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33"/>
  </p:notesMasterIdLst>
  <p:handoutMasterIdLst>
    <p:handoutMasterId r:id="rId34"/>
  </p:handoutMasterIdLst>
  <p:sldIdLst>
    <p:sldId id="256" r:id="rId2"/>
    <p:sldId id="272" r:id="rId3"/>
    <p:sldId id="280" r:id="rId4"/>
    <p:sldId id="257" r:id="rId5"/>
    <p:sldId id="293" r:id="rId6"/>
    <p:sldId id="327" r:id="rId7"/>
    <p:sldId id="309" r:id="rId8"/>
    <p:sldId id="312" r:id="rId9"/>
    <p:sldId id="311" r:id="rId10"/>
    <p:sldId id="330" r:id="rId11"/>
    <p:sldId id="313" r:id="rId12"/>
    <p:sldId id="314" r:id="rId13"/>
    <p:sldId id="322" r:id="rId14"/>
    <p:sldId id="331" r:id="rId15"/>
    <p:sldId id="277" r:id="rId16"/>
    <p:sldId id="315" r:id="rId17"/>
    <p:sldId id="316" r:id="rId18"/>
    <p:sldId id="318" r:id="rId19"/>
    <p:sldId id="319" r:id="rId20"/>
    <p:sldId id="320" r:id="rId21"/>
    <p:sldId id="321" r:id="rId22"/>
    <p:sldId id="286" r:id="rId23"/>
    <p:sldId id="324" r:id="rId24"/>
    <p:sldId id="287" r:id="rId25"/>
    <p:sldId id="329" r:id="rId26"/>
    <p:sldId id="334" r:id="rId27"/>
    <p:sldId id="328" r:id="rId28"/>
    <p:sldId id="332" r:id="rId29"/>
    <p:sldId id="325" r:id="rId30"/>
    <p:sldId id="333" r:id="rId31"/>
    <p:sldId id="326" r:id="rId32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orient="horz" pos="1162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71" autoAdjust="0"/>
    <p:restoredTop sz="95153"/>
  </p:normalViewPr>
  <p:slideViewPr>
    <p:cSldViewPr snapToGrid="0" snapToObjects="1">
      <p:cViewPr>
        <p:scale>
          <a:sx n="96" d="100"/>
          <a:sy n="96" d="100"/>
        </p:scale>
        <p:origin x="624" y="768"/>
      </p:cViewPr>
      <p:guideLst>
        <p:guide orient="horz" pos="935"/>
        <p:guide orient="horz" pos="116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4867"/>
    </p:cViewPr>
  </p:sorterViewPr>
  <p:notesViewPr>
    <p:cSldViewPr snapToGrid="0" snapToObjects="1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0F265C-9DF2-E8FB-C281-49A95720C6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88A12-072E-E9DD-75D8-792036B5C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F0298-9D9B-42EE-9FBC-5BF5BA8C94E8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86D79-EFC6-014D-40F3-68F8FB024E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A9D36-8240-DBBB-128E-9E573BE9AC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436C1-A97E-48B9-A38A-E4B8449736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307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F15EC-E103-EA4C-8F3D-F70BFBFE368F}" type="datetimeFigureOut">
              <a:rPr lang="en-BD" smtClean="0"/>
              <a:t>12/19/24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5D39E-BF79-5044-9B9C-292D64001D9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30034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Title of the Project</a:t>
            </a:r>
            <a:endParaRPr lang="en-BD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C9C879-EF2D-BA4E-B6A9-D4377737278E}"/>
              </a:ext>
            </a:extLst>
          </p:cNvPr>
          <p:cNvSpPr/>
          <p:nvPr userDrawn="1"/>
        </p:nvSpPr>
        <p:spPr>
          <a:xfrm>
            <a:off x="0" y="0"/>
            <a:ext cx="12192000" cy="15622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2400" dirty="0">
                <a:latin typeface="Arial" panose="020B0604020202020204" pitchFamily="34" charset="0"/>
                <a:cs typeface="Arial" panose="020B0604020202020204" pitchFamily="34" charset="0"/>
              </a:rPr>
              <a:t>EEE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318</a:t>
            </a:r>
            <a:r>
              <a:rPr lang="en-BD" sz="2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Control Systems</a:t>
            </a:r>
            <a:r>
              <a:rPr lang="en-BD" sz="2400" dirty="0">
                <a:latin typeface="Arial" panose="020B0604020202020204" pitchFamily="34" charset="0"/>
                <a:cs typeface="Arial" panose="020B0604020202020204" pitchFamily="34" charset="0"/>
              </a:rPr>
              <a:t> Laboratory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>Jan 202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>Level-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> Term-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> Section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B2</a:t>
            </a:r>
            <a:endParaRPr lang="en-BD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BD" sz="3600" dirty="0">
                <a:latin typeface="Arial" panose="020B0604020202020204" pitchFamily="34" charset="0"/>
                <a:cs typeface="Arial" panose="020B0604020202020204" pitchFamily="34" charset="0"/>
              </a:rPr>
              <a:t>Final Project Demonstration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99C6A4-662A-4C47-AB70-4A7A449F40AE}"/>
              </a:ext>
            </a:extLst>
          </p:cNvPr>
          <p:cNvSpPr/>
          <p:nvPr userDrawn="1"/>
        </p:nvSpPr>
        <p:spPr>
          <a:xfrm>
            <a:off x="0" y="5968657"/>
            <a:ext cx="12192000" cy="8893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865755" algn="ctr"/>
                <a:tab pos="5731510" algn="r"/>
              </a:tabLst>
            </a:pPr>
            <a:r>
              <a:rPr lang="en-US" sz="1800" cap="small" spc="16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Bangladesh University of Engineering and Technology</a:t>
            </a: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800" cap="small" spc="16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Department of Electrical and Electronic Engineering</a:t>
            </a:r>
            <a:endParaRPr lang="en-BD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9B5FDC4-269D-0A46-8DED-E482158D83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048"/>
          <a:stretch/>
        </p:blipFill>
        <p:spPr>
          <a:xfrm>
            <a:off x="1682496" y="6046044"/>
            <a:ext cx="793630" cy="73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92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EEE 318 (2024) – Final Project Group B2.05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Automated Object Transportation System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21943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7A532869-E847-B04C-9454-B1BBC68D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B2.05</a:t>
            </a:r>
            <a:endParaRPr lang="en-BD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9C3B094-71D1-654C-855E-07B8BFC1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</a:t>
            </a:r>
            <a:r>
              <a:rPr lang="en-US" dirty="0" err="1"/>
              <a:t>Objec</a:t>
            </a:r>
            <a:r>
              <a:rPr lang="en-US" dirty="0"/>
              <a:t>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423745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99565631-475F-49CD-B1C5-1F7E2F6902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B2.05</a:t>
            </a:r>
            <a:endParaRPr lang="en-BD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A85D0B4A-E6BD-4863-A7BB-2D4E777AD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</a:t>
            </a:r>
            <a:r>
              <a:rPr lang="en-US" dirty="0" err="1"/>
              <a:t>Objec</a:t>
            </a:r>
            <a:r>
              <a:rPr lang="en-US" dirty="0"/>
              <a:t>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18402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FDBF3316-5B23-4507-9EE6-CDF99FD1CA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B2.05</a:t>
            </a:r>
            <a:endParaRPr lang="en-BD" dirty="0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85B956F3-2A13-4888-AA4D-831B272B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</a:t>
            </a:r>
            <a:r>
              <a:rPr lang="en-US" dirty="0" err="1"/>
              <a:t>Objec</a:t>
            </a:r>
            <a:r>
              <a:rPr lang="en-US" dirty="0"/>
              <a:t>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44822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48247B7D-BCBA-404F-B642-C5D98E44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B2.05</a:t>
            </a:r>
            <a:endParaRPr lang="en-BD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0CA80D52-8A71-4D5C-BF4F-A72604C8C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</a:t>
            </a:r>
            <a:r>
              <a:rPr lang="en-US" dirty="0" err="1"/>
              <a:t>Objec</a:t>
            </a:r>
            <a:r>
              <a:rPr lang="en-US" dirty="0"/>
              <a:t>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97047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852ED7D-C8C9-FC45-9D41-2B197068D5F8}"/>
              </a:ext>
            </a:extLst>
          </p:cNvPr>
          <p:cNvSpPr/>
          <p:nvPr userDrawn="1"/>
        </p:nvSpPr>
        <p:spPr>
          <a:xfrm>
            <a:off x="1" y="6457189"/>
            <a:ext cx="12192000" cy="413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493520"/>
            <a:ext cx="10058400" cy="454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10950" y="6501638"/>
            <a:ext cx="521970" cy="3085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D083A58-BF4A-C247-A39E-31621332A2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84048"/>
          <a:stretch/>
        </p:blipFill>
        <p:spPr>
          <a:xfrm>
            <a:off x="51125" y="6457189"/>
            <a:ext cx="381361" cy="352979"/>
          </a:xfrm>
          <a:prstGeom prst="rect">
            <a:avLst/>
          </a:prstGeom>
        </p:spPr>
      </p:pic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576C60AE-BF9F-E948-A464-57EC6013B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2486" y="6501637"/>
            <a:ext cx="3968064" cy="3941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EEE 318 (2024) – Final Project Group B2.05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DCD1120D-AD02-624F-AC7B-A52A109EC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00550" y="6507645"/>
            <a:ext cx="5000625" cy="375412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415582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3" r:id="rId3"/>
    <p:sldLayoutId id="2147483714" r:id="rId4"/>
    <p:sldLayoutId id="2147483715" r:id="rId5"/>
    <p:sldLayoutId id="2147483716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ourses.ece.cornell.edu/ece5990/ECE5725_Fall2020_Projects/Dec_21_Demo/Drawing%20Robot/eam348_mm2994_W/index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6C925-AD3C-084C-A393-173805EA7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940" y="1775977"/>
            <a:ext cx="9068586" cy="1580405"/>
          </a:xfrm>
        </p:spPr>
        <p:txBody>
          <a:bodyPr/>
          <a:lstStyle/>
          <a:p>
            <a:r>
              <a:rPr lang="en-US" sz="5400" cap="none" dirty="0">
                <a:latin typeface="Arial Black" panose="020B0A04020102020204" pitchFamily="34" charset="0"/>
              </a:rPr>
              <a:t>Automated Object Transportation System</a:t>
            </a:r>
            <a:endParaRPr lang="en-BD" sz="5400" cap="none" dirty="0">
              <a:latin typeface="Arial Black" panose="020B0A0402010202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D4ABD83-8F2E-FD4E-B18C-2299D6E2E152}"/>
              </a:ext>
            </a:extLst>
          </p:cNvPr>
          <p:cNvSpPr txBox="1">
            <a:spLocks/>
          </p:cNvSpPr>
          <p:nvPr/>
        </p:nvSpPr>
        <p:spPr>
          <a:xfrm>
            <a:off x="4579231" y="3388073"/>
            <a:ext cx="3033537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D" cap="small" dirty="0"/>
              <a:t>Submitted by – Group </a:t>
            </a:r>
            <a:r>
              <a:rPr lang="en-US" cap="small" dirty="0"/>
              <a:t>B2</a:t>
            </a:r>
            <a:r>
              <a:rPr lang="en-BD" cap="small"/>
              <a:t>.</a:t>
            </a:r>
            <a:r>
              <a:rPr lang="en-US" cap="small" dirty="0"/>
              <a:t>02</a:t>
            </a:r>
            <a:endParaRPr lang="en-BD" sz="2800" cap="small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1A4A186-F5D9-409D-9B5C-6EB418C3F8DD}"/>
              </a:ext>
            </a:extLst>
          </p:cNvPr>
          <p:cNvGrpSpPr/>
          <p:nvPr/>
        </p:nvGrpSpPr>
        <p:grpSpPr>
          <a:xfrm>
            <a:off x="863554" y="4221286"/>
            <a:ext cx="4973343" cy="1696255"/>
            <a:chOff x="1284020" y="967302"/>
            <a:chExt cx="7713341" cy="2500552"/>
          </a:xfrm>
        </p:grpSpPr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CAA7C646-9A4C-4AF1-AF32-F09A78506EFB}"/>
                </a:ext>
              </a:extLst>
            </p:cNvPr>
            <p:cNvGrpSpPr/>
            <p:nvPr/>
          </p:nvGrpSpPr>
          <p:grpSpPr>
            <a:xfrm>
              <a:off x="1521299" y="967302"/>
              <a:ext cx="2104505" cy="1912397"/>
              <a:chOff x="0" y="0"/>
              <a:chExt cx="4828540" cy="4716780"/>
            </a:xfrm>
          </p:grpSpPr>
          <p:sp>
            <p:nvSpPr>
              <p:cNvPr id="27" name="Freeform 5">
                <a:extLst>
                  <a:ext uri="{FF2B5EF4-FFF2-40B4-BE49-F238E27FC236}">
                    <a16:creationId xmlns:a16="http://schemas.microsoft.com/office/drawing/2014/main" id="{8D2D72AF-BCDD-4F2C-8E7C-9410247A2862}"/>
                  </a:ext>
                </a:extLst>
              </p:cNvPr>
              <p:cNvSpPr/>
              <p:nvPr/>
            </p:nvSpPr>
            <p:spPr>
              <a:xfrm>
                <a:off x="0" y="-7620"/>
                <a:ext cx="4833620" cy="4726940"/>
              </a:xfrm>
              <a:custGeom>
                <a:avLst/>
                <a:gdLst/>
                <a:ahLst/>
                <a:cxnLst/>
                <a:rect l="l" t="t" r="r" b="b"/>
                <a:pathLst>
                  <a:path w="4833620" h="4726940">
                    <a:moveTo>
                      <a:pt x="3416300" y="4662170"/>
                    </a:moveTo>
                    <a:cubicBezTo>
                      <a:pt x="3388360" y="4669790"/>
                      <a:pt x="3366770" y="4679950"/>
                      <a:pt x="3345180" y="4682490"/>
                    </a:cubicBezTo>
                    <a:cubicBezTo>
                      <a:pt x="3223260" y="4692650"/>
                      <a:pt x="3102610" y="4702810"/>
                      <a:pt x="2980690" y="4711700"/>
                    </a:cubicBezTo>
                    <a:cubicBezTo>
                      <a:pt x="2918460" y="4715510"/>
                      <a:pt x="2856230" y="4719320"/>
                      <a:pt x="2794000" y="4720590"/>
                    </a:cubicBezTo>
                    <a:cubicBezTo>
                      <a:pt x="2726690" y="4723130"/>
                      <a:pt x="2659380" y="4726940"/>
                      <a:pt x="2593340" y="4724400"/>
                    </a:cubicBezTo>
                    <a:cubicBezTo>
                      <a:pt x="2529840" y="4723130"/>
                      <a:pt x="2466340" y="4719320"/>
                      <a:pt x="2405380" y="4707890"/>
                    </a:cubicBezTo>
                    <a:cubicBezTo>
                      <a:pt x="2326640" y="4693920"/>
                      <a:pt x="2246630" y="4693920"/>
                      <a:pt x="2169160" y="4681220"/>
                    </a:cubicBezTo>
                    <a:cubicBezTo>
                      <a:pt x="1967230" y="4648200"/>
                      <a:pt x="1761490" y="4657090"/>
                      <a:pt x="1558290" y="4643120"/>
                    </a:cubicBezTo>
                    <a:cubicBezTo>
                      <a:pt x="1443990" y="4635500"/>
                      <a:pt x="1329690" y="4617720"/>
                      <a:pt x="1215390" y="4602480"/>
                    </a:cubicBezTo>
                    <a:cubicBezTo>
                      <a:pt x="1085850" y="4585970"/>
                      <a:pt x="956310" y="4566920"/>
                      <a:pt x="825500" y="4549140"/>
                    </a:cubicBezTo>
                    <a:cubicBezTo>
                      <a:pt x="730250" y="4536440"/>
                      <a:pt x="633730" y="4523740"/>
                      <a:pt x="538480" y="4511040"/>
                    </a:cubicBezTo>
                    <a:cubicBezTo>
                      <a:pt x="535940" y="4511040"/>
                      <a:pt x="533400" y="4509770"/>
                      <a:pt x="530860" y="4509770"/>
                    </a:cubicBezTo>
                    <a:cubicBezTo>
                      <a:pt x="450850" y="4475480"/>
                      <a:pt x="365760" y="4448810"/>
                      <a:pt x="292100" y="4404360"/>
                    </a:cubicBezTo>
                    <a:cubicBezTo>
                      <a:pt x="167640" y="4328160"/>
                      <a:pt x="114300" y="4206240"/>
                      <a:pt x="109220" y="4062730"/>
                    </a:cubicBezTo>
                    <a:cubicBezTo>
                      <a:pt x="107950" y="4013200"/>
                      <a:pt x="101600" y="3964940"/>
                      <a:pt x="101600" y="3915410"/>
                    </a:cubicBezTo>
                    <a:cubicBezTo>
                      <a:pt x="102870" y="3846830"/>
                      <a:pt x="107950" y="3779520"/>
                      <a:pt x="111760" y="3712210"/>
                    </a:cubicBezTo>
                    <a:cubicBezTo>
                      <a:pt x="121920" y="3511550"/>
                      <a:pt x="127000" y="3310890"/>
                      <a:pt x="111760" y="3110230"/>
                    </a:cubicBezTo>
                    <a:cubicBezTo>
                      <a:pt x="97790" y="2929890"/>
                      <a:pt x="85090" y="2750820"/>
                      <a:pt x="71120" y="2570480"/>
                    </a:cubicBezTo>
                    <a:cubicBezTo>
                      <a:pt x="62230" y="2454910"/>
                      <a:pt x="50800" y="2340610"/>
                      <a:pt x="43180" y="2225040"/>
                    </a:cubicBezTo>
                    <a:cubicBezTo>
                      <a:pt x="38100" y="2148840"/>
                      <a:pt x="39370" y="2071370"/>
                      <a:pt x="34290" y="1995170"/>
                    </a:cubicBezTo>
                    <a:cubicBezTo>
                      <a:pt x="31750" y="1951990"/>
                      <a:pt x="17780" y="1910080"/>
                      <a:pt x="16510" y="1866900"/>
                    </a:cubicBezTo>
                    <a:cubicBezTo>
                      <a:pt x="11430" y="1762760"/>
                      <a:pt x="10160" y="1657350"/>
                      <a:pt x="7620" y="1551940"/>
                    </a:cubicBezTo>
                    <a:cubicBezTo>
                      <a:pt x="6350" y="1511300"/>
                      <a:pt x="0" y="1470660"/>
                      <a:pt x="1270" y="1430020"/>
                    </a:cubicBezTo>
                    <a:cubicBezTo>
                      <a:pt x="2540" y="1366520"/>
                      <a:pt x="10160" y="1303020"/>
                      <a:pt x="11430" y="1239520"/>
                    </a:cubicBezTo>
                    <a:cubicBezTo>
                      <a:pt x="12700" y="1165860"/>
                      <a:pt x="5080" y="1092200"/>
                      <a:pt x="7620" y="1019810"/>
                    </a:cubicBezTo>
                    <a:cubicBezTo>
                      <a:pt x="7620" y="949960"/>
                      <a:pt x="16510" y="881380"/>
                      <a:pt x="25400" y="811530"/>
                    </a:cubicBezTo>
                    <a:cubicBezTo>
                      <a:pt x="27940" y="787400"/>
                      <a:pt x="45720" y="765810"/>
                      <a:pt x="50800" y="741680"/>
                    </a:cubicBezTo>
                    <a:cubicBezTo>
                      <a:pt x="72390" y="622300"/>
                      <a:pt x="95250" y="502920"/>
                      <a:pt x="151130" y="392430"/>
                    </a:cubicBezTo>
                    <a:cubicBezTo>
                      <a:pt x="163830" y="368300"/>
                      <a:pt x="184150" y="346710"/>
                      <a:pt x="203200" y="327660"/>
                    </a:cubicBezTo>
                    <a:cubicBezTo>
                      <a:pt x="209550" y="321310"/>
                      <a:pt x="224790" y="325120"/>
                      <a:pt x="228600" y="325120"/>
                    </a:cubicBezTo>
                    <a:cubicBezTo>
                      <a:pt x="237490" y="308610"/>
                      <a:pt x="242570" y="292100"/>
                      <a:pt x="252730" y="284480"/>
                    </a:cubicBezTo>
                    <a:cubicBezTo>
                      <a:pt x="307340" y="242570"/>
                      <a:pt x="364490" y="212090"/>
                      <a:pt x="435610" y="204470"/>
                    </a:cubicBezTo>
                    <a:cubicBezTo>
                      <a:pt x="488950" y="198120"/>
                      <a:pt x="541020" y="175260"/>
                      <a:pt x="594360" y="162560"/>
                    </a:cubicBezTo>
                    <a:cubicBezTo>
                      <a:pt x="659130" y="147320"/>
                      <a:pt x="723900" y="129540"/>
                      <a:pt x="791210" y="120650"/>
                    </a:cubicBezTo>
                    <a:cubicBezTo>
                      <a:pt x="852170" y="113030"/>
                      <a:pt x="910590" y="96520"/>
                      <a:pt x="972820" y="91440"/>
                    </a:cubicBezTo>
                    <a:cubicBezTo>
                      <a:pt x="1036320" y="86360"/>
                      <a:pt x="1099820" y="71120"/>
                      <a:pt x="1164590" y="66040"/>
                    </a:cubicBezTo>
                    <a:cubicBezTo>
                      <a:pt x="1339850" y="53340"/>
                      <a:pt x="1516380" y="44450"/>
                      <a:pt x="1691640" y="34290"/>
                    </a:cubicBezTo>
                    <a:cubicBezTo>
                      <a:pt x="1734820" y="31750"/>
                      <a:pt x="1778000" y="34290"/>
                      <a:pt x="1821180" y="35560"/>
                    </a:cubicBezTo>
                    <a:cubicBezTo>
                      <a:pt x="1842770" y="36830"/>
                      <a:pt x="1864360" y="41910"/>
                      <a:pt x="1887220" y="44450"/>
                    </a:cubicBezTo>
                    <a:cubicBezTo>
                      <a:pt x="1897380" y="45720"/>
                      <a:pt x="1907540" y="41910"/>
                      <a:pt x="1917700" y="41910"/>
                    </a:cubicBezTo>
                    <a:cubicBezTo>
                      <a:pt x="1948180" y="41910"/>
                      <a:pt x="1979930" y="41910"/>
                      <a:pt x="2010410" y="40640"/>
                    </a:cubicBezTo>
                    <a:cubicBezTo>
                      <a:pt x="2068830" y="38100"/>
                      <a:pt x="2128520" y="31750"/>
                      <a:pt x="2186940" y="31750"/>
                    </a:cubicBezTo>
                    <a:cubicBezTo>
                      <a:pt x="2244090" y="31750"/>
                      <a:pt x="2301240" y="35560"/>
                      <a:pt x="2358390" y="38100"/>
                    </a:cubicBezTo>
                    <a:lnTo>
                      <a:pt x="2404110" y="38100"/>
                    </a:lnTo>
                    <a:cubicBezTo>
                      <a:pt x="2473960" y="35560"/>
                      <a:pt x="2542540" y="35560"/>
                      <a:pt x="2612390" y="31750"/>
                    </a:cubicBezTo>
                    <a:cubicBezTo>
                      <a:pt x="2679700" y="27940"/>
                      <a:pt x="2745740" y="19050"/>
                      <a:pt x="2813050" y="15240"/>
                    </a:cubicBezTo>
                    <a:cubicBezTo>
                      <a:pt x="2844800" y="12700"/>
                      <a:pt x="2877820" y="12700"/>
                      <a:pt x="2909570" y="19050"/>
                    </a:cubicBezTo>
                    <a:cubicBezTo>
                      <a:pt x="2957830" y="27940"/>
                      <a:pt x="3003550" y="33020"/>
                      <a:pt x="3051810" y="19050"/>
                    </a:cubicBezTo>
                    <a:cubicBezTo>
                      <a:pt x="3069590" y="13970"/>
                      <a:pt x="3092450" y="22860"/>
                      <a:pt x="3112770" y="25400"/>
                    </a:cubicBezTo>
                    <a:cubicBezTo>
                      <a:pt x="3121660" y="26670"/>
                      <a:pt x="3131820" y="29210"/>
                      <a:pt x="3136900" y="25400"/>
                    </a:cubicBezTo>
                    <a:cubicBezTo>
                      <a:pt x="3171190" y="0"/>
                      <a:pt x="3202940" y="6350"/>
                      <a:pt x="3235960" y="27940"/>
                    </a:cubicBezTo>
                    <a:cubicBezTo>
                      <a:pt x="3239770" y="30480"/>
                      <a:pt x="3249930" y="24130"/>
                      <a:pt x="3257550" y="24130"/>
                    </a:cubicBezTo>
                    <a:cubicBezTo>
                      <a:pt x="3288030" y="24130"/>
                      <a:pt x="3318510" y="24130"/>
                      <a:pt x="3350260" y="25400"/>
                    </a:cubicBezTo>
                    <a:cubicBezTo>
                      <a:pt x="3373120" y="26670"/>
                      <a:pt x="3394710" y="34290"/>
                      <a:pt x="3417570" y="36830"/>
                    </a:cubicBezTo>
                    <a:cubicBezTo>
                      <a:pt x="3467100" y="43180"/>
                      <a:pt x="3517900" y="53340"/>
                      <a:pt x="3568700" y="53340"/>
                    </a:cubicBezTo>
                    <a:cubicBezTo>
                      <a:pt x="3663950" y="54610"/>
                      <a:pt x="3759200" y="58420"/>
                      <a:pt x="3853180" y="78740"/>
                    </a:cubicBezTo>
                    <a:cubicBezTo>
                      <a:pt x="3940810" y="97790"/>
                      <a:pt x="4030980" y="97790"/>
                      <a:pt x="4119880" y="113030"/>
                    </a:cubicBezTo>
                    <a:cubicBezTo>
                      <a:pt x="4173220" y="121920"/>
                      <a:pt x="4227830" y="138430"/>
                      <a:pt x="4273550" y="165100"/>
                    </a:cubicBezTo>
                    <a:cubicBezTo>
                      <a:pt x="4323080" y="193040"/>
                      <a:pt x="4361180" y="238760"/>
                      <a:pt x="4405630" y="276860"/>
                    </a:cubicBezTo>
                    <a:cubicBezTo>
                      <a:pt x="4422140" y="290830"/>
                      <a:pt x="4446270" y="300990"/>
                      <a:pt x="4457700" y="318770"/>
                    </a:cubicBezTo>
                    <a:cubicBezTo>
                      <a:pt x="4490720" y="367030"/>
                      <a:pt x="4519930" y="417830"/>
                      <a:pt x="4549140" y="468630"/>
                    </a:cubicBezTo>
                    <a:cubicBezTo>
                      <a:pt x="4570730" y="505460"/>
                      <a:pt x="4592320" y="543560"/>
                      <a:pt x="4608830" y="581660"/>
                    </a:cubicBezTo>
                    <a:cubicBezTo>
                      <a:pt x="4626610" y="626110"/>
                      <a:pt x="4640580" y="671830"/>
                      <a:pt x="4654550" y="718820"/>
                    </a:cubicBezTo>
                    <a:cubicBezTo>
                      <a:pt x="4676140" y="792480"/>
                      <a:pt x="4701540" y="866140"/>
                      <a:pt x="4715510" y="942340"/>
                    </a:cubicBezTo>
                    <a:cubicBezTo>
                      <a:pt x="4735830" y="1049020"/>
                      <a:pt x="4745990" y="1158240"/>
                      <a:pt x="4761230" y="1266190"/>
                    </a:cubicBezTo>
                    <a:cubicBezTo>
                      <a:pt x="4766310" y="1301750"/>
                      <a:pt x="4772660" y="1337310"/>
                      <a:pt x="4775200" y="1372870"/>
                    </a:cubicBezTo>
                    <a:cubicBezTo>
                      <a:pt x="4782820" y="1474470"/>
                      <a:pt x="4787900" y="1574800"/>
                      <a:pt x="4794250" y="1676400"/>
                    </a:cubicBezTo>
                    <a:cubicBezTo>
                      <a:pt x="4803140" y="1802130"/>
                      <a:pt x="4815840" y="1926590"/>
                      <a:pt x="4822190" y="2052320"/>
                    </a:cubicBezTo>
                    <a:cubicBezTo>
                      <a:pt x="4828540" y="2172970"/>
                      <a:pt x="4833620" y="2294890"/>
                      <a:pt x="4831080" y="2416810"/>
                    </a:cubicBezTo>
                    <a:cubicBezTo>
                      <a:pt x="4827270" y="2620010"/>
                      <a:pt x="4817110" y="2821940"/>
                      <a:pt x="4806950" y="3025140"/>
                    </a:cubicBezTo>
                    <a:cubicBezTo>
                      <a:pt x="4800600" y="3150870"/>
                      <a:pt x="4791710" y="3275330"/>
                      <a:pt x="4779010" y="3399790"/>
                    </a:cubicBezTo>
                    <a:cubicBezTo>
                      <a:pt x="4766310" y="3524250"/>
                      <a:pt x="4747260" y="3647440"/>
                      <a:pt x="4733290" y="3771900"/>
                    </a:cubicBezTo>
                    <a:cubicBezTo>
                      <a:pt x="4723130" y="3858260"/>
                      <a:pt x="4720590" y="3944620"/>
                      <a:pt x="4709160" y="4029710"/>
                    </a:cubicBezTo>
                    <a:cubicBezTo>
                      <a:pt x="4699000" y="4107180"/>
                      <a:pt x="4660900" y="4175760"/>
                      <a:pt x="4610100" y="4232910"/>
                    </a:cubicBezTo>
                    <a:cubicBezTo>
                      <a:pt x="4568190" y="4281170"/>
                      <a:pt x="4535170" y="4335780"/>
                      <a:pt x="4491990" y="4382770"/>
                    </a:cubicBezTo>
                    <a:cubicBezTo>
                      <a:pt x="4453890" y="4424680"/>
                      <a:pt x="4411980" y="4466590"/>
                      <a:pt x="4345940" y="4467860"/>
                    </a:cubicBezTo>
                    <a:cubicBezTo>
                      <a:pt x="4330700" y="4467860"/>
                      <a:pt x="4316730" y="4483100"/>
                      <a:pt x="4301490" y="4490720"/>
                    </a:cubicBezTo>
                    <a:cubicBezTo>
                      <a:pt x="4236720" y="4518660"/>
                      <a:pt x="4169410" y="4542790"/>
                      <a:pt x="4105910" y="4573270"/>
                    </a:cubicBezTo>
                    <a:cubicBezTo>
                      <a:pt x="3989070" y="4629150"/>
                      <a:pt x="3863340" y="4638040"/>
                      <a:pt x="3737610" y="4643120"/>
                    </a:cubicBezTo>
                    <a:cubicBezTo>
                      <a:pt x="3689350" y="4645660"/>
                      <a:pt x="3639820" y="4641850"/>
                      <a:pt x="3591560" y="4645660"/>
                    </a:cubicBezTo>
                    <a:cubicBezTo>
                      <a:pt x="3567430" y="4646930"/>
                      <a:pt x="3544570" y="4658360"/>
                      <a:pt x="3521710" y="4663440"/>
                    </a:cubicBezTo>
                    <a:cubicBezTo>
                      <a:pt x="3511550" y="4665980"/>
                      <a:pt x="3501390" y="4664710"/>
                      <a:pt x="3489960" y="4665980"/>
                    </a:cubicBezTo>
                    <a:cubicBezTo>
                      <a:pt x="3474720" y="4667250"/>
                      <a:pt x="3459480" y="4671060"/>
                      <a:pt x="3444240" y="4669790"/>
                    </a:cubicBezTo>
                    <a:cubicBezTo>
                      <a:pt x="3429000" y="4667250"/>
                      <a:pt x="3418840" y="4662170"/>
                      <a:pt x="3416300" y="466217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54969" t="-52249" r="-5870" b="-12327"/>
                </a:stretch>
              </a:blipFill>
            </p:spPr>
            <p:txBody>
              <a:bodyPr/>
              <a:lstStyle/>
              <a:p>
                <a:endParaRPr lang="en-US" sz="10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20" name="Group 6">
              <a:extLst>
                <a:ext uri="{FF2B5EF4-FFF2-40B4-BE49-F238E27FC236}">
                  <a16:creationId xmlns:a16="http://schemas.microsoft.com/office/drawing/2014/main" id="{D12B520C-FCEB-4E12-8DC3-DE855A3DC14A}"/>
                </a:ext>
              </a:extLst>
            </p:cNvPr>
            <p:cNvGrpSpPr/>
            <p:nvPr/>
          </p:nvGrpSpPr>
          <p:grpSpPr>
            <a:xfrm>
              <a:off x="4166485" y="1010219"/>
              <a:ext cx="2109040" cy="1916518"/>
              <a:chOff x="0" y="0"/>
              <a:chExt cx="4828540" cy="4716780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1CFEC13D-9890-42AC-A90D-72D21B71DBAB}"/>
                  </a:ext>
                </a:extLst>
              </p:cNvPr>
              <p:cNvSpPr/>
              <p:nvPr/>
            </p:nvSpPr>
            <p:spPr>
              <a:xfrm>
                <a:off x="0" y="-7620"/>
                <a:ext cx="4833620" cy="4726940"/>
              </a:xfrm>
              <a:custGeom>
                <a:avLst/>
                <a:gdLst/>
                <a:ahLst/>
                <a:cxnLst/>
                <a:rect l="l" t="t" r="r" b="b"/>
                <a:pathLst>
                  <a:path w="4833620" h="4726940">
                    <a:moveTo>
                      <a:pt x="3416300" y="4662170"/>
                    </a:moveTo>
                    <a:cubicBezTo>
                      <a:pt x="3388360" y="4669790"/>
                      <a:pt x="3366770" y="4679950"/>
                      <a:pt x="3345180" y="4682490"/>
                    </a:cubicBezTo>
                    <a:cubicBezTo>
                      <a:pt x="3223260" y="4692650"/>
                      <a:pt x="3102610" y="4702810"/>
                      <a:pt x="2980690" y="4711700"/>
                    </a:cubicBezTo>
                    <a:cubicBezTo>
                      <a:pt x="2918460" y="4715510"/>
                      <a:pt x="2856230" y="4719320"/>
                      <a:pt x="2794000" y="4720590"/>
                    </a:cubicBezTo>
                    <a:cubicBezTo>
                      <a:pt x="2726690" y="4723130"/>
                      <a:pt x="2659380" y="4726940"/>
                      <a:pt x="2593340" y="4724400"/>
                    </a:cubicBezTo>
                    <a:cubicBezTo>
                      <a:pt x="2529840" y="4723130"/>
                      <a:pt x="2466340" y="4719320"/>
                      <a:pt x="2405380" y="4707890"/>
                    </a:cubicBezTo>
                    <a:cubicBezTo>
                      <a:pt x="2326640" y="4693920"/>
                      <a:pt x="2246630" y="4693920"/>
                      <a:pt x="2169160" y="4681220"/>
                    </a:cubicBezTo>
                    <a:cubicBezTo>
                      <a:pt x="1967230" y="4648200"/>
                      <a:pt x="1761490" y="4657090"/>
                      <a:pt x="1558290" y="4643120"/>
                    </a:cubicBezTo>
                    <a:cubicBezTo>
                      <a:pt x="1443990" y="4635500"/>
                      <a:pt x="1329690" y="4617720"/>
                      <a:pt x="1215390" y="4602480"/>
                    </a:cubicBezTo>
                    <a:cubicBezTo>
                      <a:pt x="1085850" y="4585970"/>
                      <a:pt x="956310" y="4566920"/>
                      <a:pt x="825500" y="4549140"/>
                    </a:cubicBezTo>
                    <a:cubicBezTo>
                      <a:pt x="730250" y="4536440"/>
                      <a:pt x="633730" y="4523740"/>
                      <a:pt x="538480" y="4511040"/>
                    </a:cubicBezTo>
                    <a:cubicBezTo>
                      <a:pt x="535940" y="4511040"/>
                      <a:pt x="533400" y="4509770"/>
                      <a:pt x="530860" y="4509770"/>
                    </a:cubicBezTo>
                    <a:cubicBezTo>
                      <a:pt x="450850" y="4475480"/>
                      <a:pt x="365760" y="4448810"/>
                      <a:pt x="292100" y="4404360"/>
                    </a:cubicBezTo>
                    <a:cubicBezTo>
                      <a:pt x="167640" y="4328160"/>
                      <a:pt x="114300" y="4206240"/>
                      <a:pt x="109220" y="4062730"/>
                    </a:cubicBezTo>
                    <a:cubicBezTo>
                      <a:pt x="107950" y="4013200"/>
                      <a:pt x="101600" y="3964940"/>
                      <a:pt x="101600" y="3915410"/>
                    </a:cubicBezTo>
                    <a:cubicBezTo>
                      <a:pt x="102870" y="3846830"/>
                      <a:pt x="107950" y="3779520"/>
                      <a:pt x="111760" y="3712210"/>
                    </a:cubicBezTo>
                    <a:cubicBezTo>
                      <a:pt x="121920" y="3511550"/>
                      <a:pt x="127000" y="3310890"/>
                      <a:pt x="111760" y="3110230"/>
                    </a:cubicBezTo>
                    <a:cubicBezTo>
                      <a:pt x="97790" y="2929890"/>
                      <a:pt x="85090" y="2750820"/>
                      <a:pt x="71120" y="2570480"/>
                    </a:cubicBezTo>
                    <a:cubicBezTo>
                      <a:pt x="62230" y="2454910"/>
                      <a:pt x="50800" y="2340610"/>
                      <a:pt x="43180" y="2225040"/>
                    </a:cubicBezTo>
                    <a:cubicBezTo>
                      <a:pt x="38100" y="2148840"/>
                      <a:pt x="39370" y="2071370"/>
                      <a:pt x="34290" y="1995170"/>
                    </a:cubicBezTo>
                    <a:cubicBezTo>
                      <a:pt x="31750" y="1951990"/>
                      <a:pt x="17780" y="1910080"/>
                      <a:pt x="16510" y="1866900"/>
                    </a:cubicBezTo>
                    <a:cubicBezTo>
                      <a:pt x="11430" y="1762760"/>
                      <a:pt x="10160" y="1657350"/>
                      <a:pt x="7620" y="1551940"/>
                    </a:cubicBezTo>
                    <a:cubicBezTo>
                      <a:pt x="6350" y="1511300"/>
                      <a:pt x="0" y="1470660"/>
                      <a:pt x="1270" y="1430020"/>
                    </a:cubicBezTo>
                    <a:cubicBezTo>
                      <a:pt x="2540" y="1366520"/>
                      <a:pt x="10160" y="1303020"/>
                      <a:pt x="11430" y="1239520"/>
                    </a:cubicBezTo>
                    <a:cubicBezTo>
                      <a:pt x="12700" y="1165860"/>
                      <a:pt x="5080" y="1092200"/>
                      <a:pt x="7620" y="1019810"/>
                    </a:cubicBezTo>
                    <a:cubicBezTo>
                      <a:pt x="7620" y="949960"/>
                      <a:pt x="16510" y="881380"/>
                      <a:pt x="25400" y="811530"/>
                    </a:cubicBezTo>
                    <a:cubicBezTo>
                      <a:pt x="27940" y="787400"/>
                      <a:pt x="45720" y="765810"/>
                      <a:pt x="50800" y="741680"/>
                    </a:cubicBezTo>
                    <a:cubicBezTo>
                      <a:pt x="72390" y="622300"/>
                      <a:pt x="95250" y="502920"/>
                      <a:pt x="151130" y="392430"/>
                    </a:cubicBezTo>
                    <a:cubicBezTo>
                      <a:pt x="163830" y="368300"/>
                      <a:pt x="184150" y="346710"/>
                      <a:pt x="203200" y="327660"/>
                    </a:cubicBezTo>
                    <a:cubicBezTo>
                      <a:pt x="209550" y="321310"/>
                      <a:pt x="224790" y="325120"/>
                      <a:pt x="228600" y="325120"/>
                    </a:cubicBezTo>
                    <a:cubicBezTo>
                      <a:pt x="237490" y="308610"/>
                      <a:pt x="242570" y="292100"/>
                      <a:pt x="252730" y="284480"/>
                    </a:cubicBezTo>
                    <a:cubicBezTo>
                      <a:pt x="307340" y="242570"/>
                      <a:pt x="364490" y="212090"/>
                      <a:pt x="435610" y="204470"/>
                    </a:cubicBezTo>
                    <a:cubicBezTo>
                      <a:pt x="488950" y="198120"/>
                      <a:pt x="541020" y="175260"/>
                      <a:pt x="594360" y="162560"/>
                    </a:cubicBezTo>
                    <a:cubicBezTo>
                      <a:pt x="659130" y="147320"/>
                      <a:pt x="723900" y="129540"/>
                      <a:pt x="791210" y="120650"/>
                    </a:cubicBezTo>
                    <a:cubicBezTo>
                      <a:pt x="852170" y="113030"/>
                      <a:pt x="910590" y="96520"/>
                      <a:pt x="972820" y="91440"/>
                    </a:cubicBezTo>
                    <a:cubicBezTo>
                      <a:pt x="1036320" y="86360"/>
                      <a:pt x="1099820" y="71120"/>
                      <a:pt x="1164590" y="66040"/>
                    </a:cubicBezTo>
                    <a:cubicBezTo>
                      <a:pt x="1339850" y="53340"/>
                      <a:pt x="1516380" y="44450"/>
                      <a:pt x="1691640" y="34290"/>
                    </a:cubicBezTo>
                    <a:cubicBezTo>
                      <a:pt x="1734820" y="31750"/>
                      <a:pt x="1778000" y="34290"/>
                      <a:pt x="1821180" y="35560"/>
                    </a:cubicBezTo>
                    <a:cubicBezTo>
                      <a:pt x="1842770" y="36830"/>
                      <a:pt x="1864360" y="41910"/>
                      <a:pt x="1887220" y="44450"/>
                    </a:cubicBezTo>
                    <a:cubicBezTo>
                      <a:pt x="1897380" y="45720"/>
                      <a:pt x="1907540" y="41910"/>
                      <a:pt x="1917700" y="41910"/>
                    </a:cubicBezTo>
                    <a:cubicBezTo>
                      <a:pt x="1948180" y="41910"/>
                      <a:pt x="1979930" y="41910"/>
                      <a:pt x="2010410" y="40640"/>
                    </a:cubicBezTo>
                    <a:cubicBezTo>
                      <a:pt x="2068830" y="38100"/>
                      <a:pt x="2128520" y="31750"/>
                      <a:pt x="2186940" y="31750"/>
                    </a:cubicBezTo>
                    <a:cubicBezTo>
                      <a:pt x="2244090" y="31750"/>
                      <a:pt x="2301240" y="35560"/>
                      <a:pt x="2358390" y="38100"/>
                    </a:cubicBezTo>
                    <a:lnTo>
                      <a:pt x="2404110" y="38100"/>
                    </a:lnTo>
                    <a:cubicBezTo>
                      <a:pt x="2473960" y="35560"/>
                      <a:pt x="2542540" y="35560"/>
                      <a:pt x="2612390" y="31750"/>
                    </a:cubicBezTo>
                    <a:cubicBezTo>
                      <a:pt x="2679700" y="27940"/>
                      <a:pt x="2745740" y="19050"/>
                      <a:pt x="2813050" y="15240"/>
                    </a:cubicBezTo>
                    <a:cubicBezTo>
                      <a:pt x="2844800" y="12700"/>
                      <a:pt x="2877820" y="12700"/>
                      <a:pt x="2909570" y="19050"/>
                    </a:cubicBezTo>
                    <a:cubicBezTo>
                      <a:pt x="2957830" y="27940"/>
                      <a:pt x="3003550" y="33020"/>
                      <a:pt x="3051810" y="19050"/>
                    </a:cubicBezTo>
                    <a:cubicBezTo>
                      <a:pt x="3069590" y="13970"/>
                      <a:pt x="3092450" y="22860"/>
                      <a:pt x="3112770" y="25400"/>
                    </a:cubicBezTo>
                    <a:cubicBezTo>
                      <a:pt x="3121660" y="26670"/>
                      <a:pt x="3131820" y="29210"/>
                      <a:pt x="3136900" y="25400"/>
                    </a:cubicBezTo>
                    <a:cubicBezTo>
                      <a:pt x="3171190" y="0"/>
                      <a:pt x="3202940" y="6350"/>
                      <a:pt x="3235960" y="27940"/>
                    </a:cubicBezTo>
                    <a:cubicBezTo>
                      <a:pt x="3239770" y="30480"/>
                      <a:pt x="3249930" y="24130"/>
                      <a:pt x="3257550" y="24130"/>
                    </a:cubicBezTo>
                    <a:cubicBezTo>
                      <a:pt x="3288030" y="24130"/>
                      <a:pt x="3318510" y="24130"/>
                      <a:pt x="3350260" y="25400"/>
                    </a:cubicBezTo>
                    <a:cubicBezTo>
                      <a:pt x="3373120" y="26670"/>
                      <a:pt x="3394710" y="34290"/>
                      <a:pt x="3417570" y="36830"/>
                    </a:cubicBezTo>
                    <a:cubicBezTo>
                      <a:pt x="3467100" y="43180"/>
                      <a:pt x="3517900" y="53340"/>
                      <a:pt x="3568700" y="53340"/>
                    </a:cubicBezTo>
                    <a:cubicBezTo>
                      <a:pt x="3663950" y="54610"/>
                      <a:pt x="3759200" y="58420"/>
                      <a:pt x="3853180" y="78740"/>
                    </a:cubicBezTo>
                    <a:cubicBezTo>
                      <a:pt x="3940810" y="97790"/>
                      <a:pt x="4030980" y="97790"/>
                      <a:pt x="4119880" y="113030"/>
                    </a:cubicBezTo>
                    <a:cubicBezTo>
                      <a:pt x="4173220" y="121920"/>
                      <a:pt x="4227830" y="138430"/>
                      <a:pt x="4273550" y="165100"/>
                    </a:cubicBezTo>
                    <a:cubicBezTo>
                      <a:pt x="4323080" y="193040"/>
                      <a:pt x="4361180" y="238760"/>
                      <a:pt x="4405630" y="276860"/>
                    </a:cubicBezTo>
                    <a:cubicBezTo>
                      <a:pt x="4422140" y="290830"/>
                      <a:pt x="4446270" y="300990"/>
                      <a:pt x="4457700" y="318770"/>
                    </a:cubicBezTo>
                    <a:cubicBezTo>
                      <a:pt x="4490720" y="367030"/>
                      <a:pt x="4519930" y="417830"/>
                      <a:pt x="4549140" y="468630"/>
                    </a:cubicBezTo>
                    <a:cubicBezTo>
                      <a:pt x="4570730" y="505460"/>
                      <a:pt x="4592320" y="543560"/>
                      <a:pt x="4608830" y="581660"/>
                    </a:cubicBezTo>
                    <a:cubicBezTo>
                      <a:pt x="4626610" y="626110"/>
                      <a:pt x="4640580" y="671830"/>
                      <a:pt x="4654550" y="718820"/>
                    </a:cubicBezTo>
                    <a:cubicBezTo>
                      <a:pt x="4676140" y="792480"/>
                      <a:pt x="4701540" y="866140"/>
                      <a:pt x="4715510" y="942340"/>
                    </a:cubicBezTo>
                    <a:cubicBezTo>
                      <a:pt x="4735830" y="1049020"/>
                      <a:pt x="4745990" y="1158240"/>
                      <a:pt x="4761230" y="1266190"/>
                    </a:cubicBezTo>
                    <a:cubicBezTo>
                      <a:pt x="4766310" y="1301750"/>
                      <a:pt x="4772660" y="1337310"/>
                      <a:pt x="4775200" y="1372870"/>
                    </a:cubicBezTo>
                    <a:cubicBezTo>
                      <a:pt x="4782820" y="1474470"/>
                      <a:pt x="4787900" y="1574800"/>
                      <a:pt x="4794250" y="1676400"/>
                    </a:cubicBezTo>
                    <a:cubicBezTo>
                      <a:pt x="4803140" y="1802130"/>
                      <a:pt x="4815840" y="1926590"/>
                      <a:pt x="4822190" y="2052320"/>
                    </a:cubicBezTo>
                    <a:cubicBezTo>
                      <a:pt x="4828540" y="2172970"/>
                      <a:pt x="4833620" y="2294890"/>
                      <a:pt x="4831080" y="2416810"/>
                    </a:cubicBezTo>
                    <a:cubicBezTo>
                      <a:pt x="4827270" y="2620010"/>
                      <a:pt x="4817110" y="2821940"/>
                      <a:pt x="4806950" y="3025140"/>
                    </a:cubicBezTo>
                    <a:cubicBezTo>
                      <a:pt x="4800600" y="3150870"/>
                      <a:pt x="4791710" y="3275330"/>
                      <a:pt x="4779010" y="3399790"/>
                    </a:cubicBezTo>
                    <a:cubicBezTo>
                      <a:pt x="4766310" y="3524250"/>
                      <a:pt x="4747260" y="3647440"/>
                      <a:pt x="4733290" y="3771900"/>
                    </a:cubicBezTo>
                    <a:cubicBezTo>
                      <a:pt x="4723130" y="3858260"/>
                      <a:pt x="4720590" y="3944620"/>
                      <a:pt x="4709160" y="4029710"/>
                    </a:cubicBezTo>
                    <a:cubicBezTo>
                      <a:pt x="4699000" y="4107180"/>
                      <a:pt x="4660900" y="4175760"/>
                      <a:pt x="4610100" y="4232910"/>
                    </a:cubicBezTo>
                    <a:cubicBezTo>
                      <a:pt x="4568190" y="4281170"/>
                      <a:pt x="4535170" y="4335780"/>
                      <a:pt x="4491990" y="4382770"/>
                    </a:cubicBezTo>
                    <a:cubicBezTo>
                      <a:pt x="4453890" y="4424680"/>
                      <a:pt x="4411980" y="4466590"/>
                      <a:pt x="4345940" y="4467860"/>
                    </a:cubicBezTo>
                    <a:cubicBezTo>
                      <a:pt x="4330700" y="4467860"/>
                      <a:pt x="4316730" y="4483100"/>
                      <a:pt x="4301490" y="4490720"/>
                    </a:cubicBezTo>
                    <a:cubicBezTo>
                      <a:pt x="4236720" y="4518660"/>
                      <a:pt x="4169410" y="4542790"/>
                      <a:pt x="4105910" y="4573270"/>
                    </a:cubicBezTo>
                    <a:cubicBezTo>
                      <a:pt x="3989070" y="4629150"/>
                      <a:pt x="3863340" y="4638040"/>
                      <a:pt x="3737610" y="4643120"/>
                    </a:cubicBezTo>
                    <a:cubicBezTo>
                      <a:pt x="3689350" y="4645660"/>
                      <a:pt x="3639820" y="4641850"/>
                      <a:pt x="3591560" y="4645660"/>
                    </a:cubicBezTo>
                    <a:cubicBezTo>
                      <a:pt x="3567430" y="4646930"/>
                      <a:pt x="3544570" y="4658360"/>
                      <a:pt x="3521710" y="4663440"/>
                    </a:cubicBezTo>
                    <a:cubicBezTo>
                      <a:pt x="3511550" y="4665980"/>
                      <a:pt x="3501390" y="4664710"/>
                      <a:pt x="3489960" y="4665980"/>
                    </a:cubicBezTo>
                    <a:cubicBezTo>
                      <a:pt x="3474720" y="4667250"/>
                      <a:pt x="3459480" y="4671060"/>
                      <a:pt x="3444240" y="4669790"/>
                    </a:cubicBezTo>
                    <a:cubicBezTo>
                      <a:pt x="3429000" y="4667250"/>
                      <a:pt x="3418840" y="4662170"/>
                      <a:pt x="3416300" y="466217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0901" t="-21612" r="-17736" b="-84725"/>
                </a:stretch>
              </a:blipFill>
            </p:spPr>
            <p:txBody>
              <a:bodyPr/>
              <a:lstStyle/>
              <a:p>
                <a:endParaRPr lang="en-US" sz="10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690E75-79BB-42AA-9B74-461D1D6675E4}"/>
                </a:ext>
              </a:extLst>
            </p:cNvPr>
            <p:cNvSpPr txBox="1"/>
            <p:nvPr/>
          </p:nvSpPr>
          <p:spPr>
            <a:xfrm>
              <a:off x="1284020" y="2963823"/>
              <a:ext cx="2581275" cy="447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MD. </a:t>
              </a:r>
              <a:r>
                <a:rPr lang="en-US" sz="900" b="1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Woahidur</a:t>
              </a:r>
              <a:r>
                <a:rPr lang="en-US" sz="9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 Rahman</a:t>
              </a:r>
            </a:p>
            <a:p>
              <a:pPr algn="ctr"/>
              <a:r>
                <a:rPr lang="en-US" sz="9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ID:2006102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AE171B8-2C5E-4CE4-8254-3ED4285E9CF4}"/>
                </a:ext>
              </a:extLst>
            </p:cNvPr>
            <p:cNvSpPr txBox="1"/>
            <p:nvPr/>
          </p:nvSpPr>
          <p:spPr>
            <a:xfrm>
              <a:off x="3599865" y="3004020"/>
              <a:ext cx="3288509" cy="447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Syed Mohammad Wasif </a:t>
              </a:r>
              <a:r>
                <a:rPr lang="en-US" sz="900" b="1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Itban</a:t>
              </a:r>
              <a:endParaRPr lang="en-US" sz="900" b="1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algn="ctr"/>
              <a:r>
                <a:rPr lang="en-US" sz="9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ID:2006112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2903DFB-A9EB-4C6B-B052-AE3C65E171DE}"/>
                </a:ext>
              </a:extLst>
            </p:cNvPr>
            <p:cNvSpPr txBox="1"/>
            <p:nvPr/>
          </p:nvSpPr>
          <p:spPr>
            <a:xfrm>
              <a:off x="6416086" y="3020749"/>
              <a:ext cx="2581275" cy="447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Arif Zakaria</a:t>
              </a:r>
            </a:p>
            <a:p>
              <a:pPr algn="ctr"/>
              <a:r>
                <a:rPr lang="en-US" sz="9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ID:2006126</a:t>
              </a:r>
            </a:p>
          </p:txBody>
        </p:sp>
        <p:grpSp>
          <p:nvGrpSpPr>
            <p:cNvPr id="24" name="Group 6">
              <a:extLst>
                <a:ext uri="{FF2B5EF4-FFF2-40B4-BE49-F238E27FC236}">
                  <a16:creationId xmlns:a16="http://schemas.microsoft.com/office/drawing/2014/main" id="{2ED3D11B-9999-4FE6-9E5D-1DD0F53A977E}"/>
                </a:ext>
              </a:extLst>
            </p:cNvPr>
            <p:cNvGrpSpPr/>
            <p:nvPr/>
          </p:nvGrpSpPr>
          <p:grpSpPr>
            <a:xfrm>
              <a:off x="6651095" y="1024745"/>
              <a:ext cx="2111259" cy="1920646"/>
              <a:chOff x="0" y="-7620"/>
              <a:chExt cx="4833620" cy="4726940"/>
            </a:xfrm>
            <a:blipFill>
              <a:blip r:embed="rId4"/>
              <a:stretch>
                <a:fillRect/>
              </a:stretch>
            </a:blipFill>
          </p:grpSpPr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61D5A702-1C1E-4CBE-83AA-03779799C22E}"/>
                  </a:ext>
                </a:extLst>
              </p:cNvPr>
              <p:cNvSpPr/>
              <p:nvPr/>
            </p:nvSpPr>
            <p:spPr>
              <a:xfrm>
                <a:off x="0" y="-7620"/>
                <a:ext cx="4833620" cy="4726940"/>
              </a:xfrm>
              <a:custGeom>
                <a:avLst/>
                <a:gdLst/>
                <a:ahLst/>
                <a:cxnLst/>
                <a:rect l="l" t="t" r="r" b="b"/>
                <a:pathLst>
                  <a:path w="4833620" h="4726940">
                    <a:moveTo>
                      <a:pt x="3416300" y="4662170"/>
                    </a:moveTo>
                    <a:cubicBezTo>
                      <a:pt x="3388360" y="4669790"/>
                      <a:pt x="3366770" y="4679950"/>
                      <a:pt x="3345180" y="4682490"/>
                    </a:cubicBezTo>
                    <a:cubicBezTo>
                      <a:pt x="3223260" y="4692650"/>
                      <a:pt x="3102610" y="4702810"/>
                      <a:pt x="2980690" y="4711700"/>
                    </a:cubicBezTo>
                    <a:cubicBezTo>
                      <a:pt x="2918460" y="4715510"/>
                      <a:pt x="2856230" y="4719320"/>
                      <a:pt x="2794000" y="4720590"/>
                    </a:cubicBezTo>
                    <a:cubicBezTo>
                      <a:pt x="2726690" y="4723130"/>
                      <a:pt x="2659380" y="4726940"/>
                      <a:pt x="2593340" y="4724400"/>
                    </a:cubicBezTo>
                    <a:cubicBezTo>
                      <a:pt x="2529840" y="4723130"/>
                      <a:pt x="2466340" y="4719320"/>
                      <a:pt x="2405380" y="4707890"/>
                    </a:cubicBezTo>
                    <a:cubicBezTo>
                      <a:pt x="2326640" y="4693920"/>
                      <a:pt x="2246630" y="4693920"/>
                      <a:pt x="2169160" y="4681220"/>
                    </a:cubicBezTo>
                    <a:cubicBezTo>
                      <a:pt x="1967230" y="4648200"/>
                      <a:pt x="1761490" y="4657090"/>
                      <a:pt x="1558290" y="4643120"/>
                    </a:cubicBezTo>
                    <a:cubicBezTo>
                      <a:pt x="1443990" y="4635500"/>
                      <a:pt x="1329690" y="4617720"/>
                      <a:pt x="1215390" y="4602480"/>
                    </a:cubicBezTo>
                    <a:cubicBezTo>
                      <a:pt x="1085850" y="4585970"/>
                      <a:pt x="956310" y="4566920"/>
                      <a:pt x="825500" y="4549140"/>
                    </a:cubicBezTo>
                    <a:cubicBezTo>
                      <a:pt x="730250" y="4536440"/>
                      <a:pt x="633730" y="4523740"/>
                      <a:pt x="538480" y="4511040"/>
                    </a:cubicBezTo>
                    <a:cubicBezTo>
                      <a:pt x="535940" y="4511040"/>
                      <a:pt x="533400" y="4509770"/>
                      <a:pt x="530860" y="4509770"/>
                    </a:cubicBezTo>
                    <a:cubicBezTo>
                      <a:pt x="450850" y="4475480"/>
                      <a:pt x="365760" y="4448810"/>
                      <a:pt x="292100" y="4404360"/>
                    </a:cubicBezTo>
                    <a:cubicBezTo>
                      <a:pt x="167640" y="4328160"/>
                      <a:pt x="114300" y="4206240"/>
                      <a:pt x="109220" y="4062730"/>
                    </a:cubicBezTo>
                    <a:cubicBezTo>
                      <a:pt x="107950" y="4013200"/>
                      <a:pt x="101600" y="3964940"/>
                      <a:pt x="101600" y="3915410"/>
                    </a:cubicBezTo>
                    <a:cubicBezTo>
                      <a:pt x="102870" y="3846830"/>
                      <a:pt x="107950" y="3779520"/>
                      <a:pt x="111760" y="3712210"/>
                    </a:cubicBezTo>
                    <a:cubicBezTo>
                      <a:pt x="121920" y="3511550"/>
                      <a:pt x="127000" y="3310890"/>
                      <a:pt x="111760" y="3110230"/>
                    </a:cubicBezTo>
                    <a:cubicBezTo>
                      <a:pt x="97790" y="2929890"/>
                      <a:pt x="85090" y="2750820"/>
                      <a:pt x="71120" y="2570480"/>
                    </a:cubicBezTo>
                    <a:cubicBezTo>
                      <a:pt x="62230" y="2454910"/>
                      <a:pt x="50800" y="2340610"/>
                      <a:pt x="43180" y="2225040"/>
                    </a:cubicBezTo>
                    <a:cubicBezTo>
                      <a:pt x="38100" y="2148840"/>
                      <a:pt x="39370" y="2071370"/>
                      <a:pt x="34290" y="1995170"/>
                    </a:cubicBezTo>
                    <a:cubicBezTo>
                      <a:pt x="31750" y="1951990"/>
                      <a:pt x="17780" y="1910080"/>
                      <a:pt x="16510" y="1866900"/>
                    </a:cubicBezTo>
                    <a:cubicBezTo>
                      <a:pt x="11430" y="1762760"/>
                      <a:pt x="10160" y="1657350"/>
                      <a:pt x="7620" y="1551940"/>
                    </a:cubicBezTo>
                    <a:cubicBezTo>
                      <a:pt x="6350" y="1511300"/>
                      <a:pt x="0" y="1470660"/>
                      <a:pt x="1270" y="1430020"/>
                    </a:cubicBezTo>
                    <a:cubicBezTo>
                      <a:pt x="2540" y="1366520"/>
                      <a:pt x="10160" y="1303020"/>
                      <a:pt x="11430" y="1239520"/>
                    </a:cubicBezTo>
                    <a:cubicBezTo>
                      <a:pt x="12700" y="1165860"/>
                      <a:pt x="5080" y="1092200"/>
                      <a:pt x="7620" y="1019810"/>
                    </a:cubicBezTo>
                    <a:cubicBezTo>
                      <a:pt x="7620" y="949960"/>
                      <a:pt x="16510" y="881380"/>
                      <a:pt x="25400" y="811530"/>
                    </a:cubicBezTo>
                    <a:cubicBezTo>
                      <a:pt x="27940" y="787400"/>
                      <a:pt x="45720" y="765810"/>
                      <a:pt x="50800" y="741680"/>
                    </a:cubicBezTo>
                    <a:cubicBezTo>
                      <a:pt x="72390" y="622300"/>
                      <a:pt x="95250" y="502920"/>
                      <a:pt x="151130" y="392430"/>
                    </a:cubicBezTo>
                    <a:cubicBezTo>
                      <a:pt x="163830" y="368300"/>
                      <a:pt x="184150" y="346710"/>
                      <a:pt x="203200" y="327660"/>
                    </a:cubicBezTo>
                    <a:cubicBezTo>
                      <a:pt x="209550" y="321310"/>
                      <a:pt x="224790" y="325120"/>
                      <a:pt x="228600" y="325120"/>
                    </a:cubicBezTo>
                    <a:cubicBezTo>
                      <a:pt x="237490" y="308610"/>
                      <a:pt x="242570" y="292100"/>
                      <a:pt x="252730" y="284480"/>
                    </a:cubicBezTo>
                    <a:cubicBezTo>
                      <a:pt x="307340" y="242570"/>
                      <a:pt x="364490" y="212090"/>
                      <a:pt x="435610" y="204470"/>
                    </a:cubicBezTo>
                    <a:cubicBezTo>
                      <a:pt x="488950" y="198120"/>
                      <a:pt x="541020" y="175260"/>
                      <a:pt x="594360" y="162560"/>
                    </a:cubicBezTo>
                    <a:cubicBezTo>
                      <a:pt x="659130" y="147320"/>
                      <a:pt x="723900" y="129540"/>
                      <a:pt x="791210" y="120650"/>
                    </a:cubicBezTo>
                    <a:cubicBezTo>
                      <a:pt x="852170" y="113030"/>
                      <a:pt x="910590" y="96520"/>
                      <a:pt x="972820" y="91440"/>
                    </a:cubicBezTo>
                    <a:cubicBezTo>
                      <a:pt x="1036320" y="86360"/>
                      <a:pt x="1099820" y="71120"/>
                      <a:pt x="1164590" y="66040"/>
                    </a:cubicBezTo>
                    <a:cubicBezTo>
                      <a:pt x="1339850" y="53340"/>
                      <a:pt x="1516380" y="44450"/>
                      <a:pt x="1691640" y="34290"/>
                    </a:cubicBezTo>
                    <a:cubicBezTo>
                      <a:pt x="1734820" y="31750"/>
                      <a:pt x="1778000" y="34290"/>
                      <a:pt x="1821180" y="35560"/>
                    </a:cubicBezTo>
                    <a:cubicBezTo>
                      <a:pt x="1842770" y="36830"/>
                      <a:pt x="1864360" y="41910"/>
                      <a:pt x="1887220" y="44450"/>
                    </a:cubicBezTo>
                    <a:cubicBezTo>
                      <a:pt x="1897380" y="45720"/>
                      <a:pt x="1907540" y="41910"/>
                      <a:pt x="1917700" y="41910"/>
                    </a:cubicBezTo>
                    <a:cubicBezTo>
                      <a:pt x="1948180" y="41910"/>
                      <a:pt x="1979930" y="41910"/>
                      <a:pt x="2010410" y="40640"/>
                    </a:cubicBezTo>
                    <a:cubicBezTo>
                      <a:pt x="2068830" y="38100"/>
                      <a:pt x="2128520" y="31750"/>
                      <a:pt x="2186940" y="31750"/>
                    </a:cubicBezTo>
                    <a:cubicBezTo>
                      <a:pt x="2244090" y="31750"/>
                      <a:pt x="2301240" y="35560"/>
                      <a:pt x="2358390" y="38100"/>
                    </a:cubicBezTo>
                    <a:lnTo>
                      <a:pt x="2404110" y="38100"/>
                    </a:lnTo>
                    <a:cubicBezTo>
                      <a:pt x="2473960" y="35560"/>
                      <a:pt x="2542540" y="35560"/>
                      <a:pt x="2612390" y="31750"/>
                    </a:cubicBezTo>
                    <a:cubicBezTo>
                      <a:pt x="2679700" y="27940"/>
                      <a:pt x="2745740" y="19050"/>
                      <a:pt x="2813050" y="15240"/>
                    </a:cubicBezTo>
                    <a:cubicBezTo>
                      <a:pt x="2844800" y="12700"/>
                      <a:pt x="2877820" y="12700"/>
                      <a:pt x="2909570" y="19050"/>
                    </a:cubicBezTo>
                    <a:cubicBezTo>
                      <a:pt x="2957830" y="27940"/>
                      <a:pt x="3003550" y="33020"/>
                      <a:pt x="3051810" y="19050"/>
                    </a:cubicBezTo>
                    <a:cubicBezTo>
                      <a:pt x="3069590" y="13970"/>
                      <a:pt x="3092450" y="22860"/>
                      <a:pt x="3112770" y="25400"/>
                    </a:cubicBezTo>
                    <a:cubicBezTo>
                      <a:pt x="3121660" y="26670"/>
                      <a:pt x="3131820" y="29210"/>
                      <a:pt x="3136900" y="25400"/>
                    </a:cubicBezTo>
                    <a:cubicBezTo>
                      <a:pt x="3171190" y="0"/>
                      <a:pt x="3202940" y="6350"/>
                      <a:pt x="3235960" y="27940"/>
                    </a:cubicBezTo>
                    <a:cubicBezTo>
                      <a:pt x="3239770" y="30480"/>
                      <a:pt x="3249930" y="24130"/>
                      <a:pt x="3257550" y="24130"/>
                    </a:cubicBezTo>
                    <a:cubicBezTo>
                      <a:pt x="3288030" y="24130"/>
                      <a:pt x="3318510" y="24130"/>
                      <a:pt x="3350260" y="25400"/>
                    </a:cubicBezTo>
                    <a:cubicBezTo>
                      <a:pt x="3373120" y="26670"/>
                      <a:pt x="3394710" y="34290"/>
                      <a:pt x="3417570" y="36830"/>
                    </a:cubicBezTo>
                    <a:cubicBezTo>
                      <a:pt x="3467100" y="43180"/>
                      <a:pt x="3517900" y="53340"/>
                      <a:pt x="3568700" y="53340"/>
                    </a:cubicBezTo>
                    <a:cubicBezTo>
                      <a:pt x="3663950" y="54610"/>
                      <a:pt x="3759200" y="58420"/>
                      <a:pt x="3853180" y="78740"/>
                    </a:cubicBezTo>
                    <a:cubicBezTo>
                      <a:pt x="3940810" y="97790"/>
                      <a:pt x="4030980" y="97790"/>
                      <a:pt x="4119880" y="113030"/>
                    </a:cubicBezTo>
                    <a:cubicBezTo>
                      <a:pt x="4173220" y="121920"/>
                      <a:pt x="4227830" y="138430"/>
                      <a:pt x="4273550" y="165100"/>
                    </a:cubicBezTo>
                    <a:cubicBezTo>
                      <a:pt x="4323080" y="193040"/>
                      <a:pt x="4361180" y="238760"/>
                      <a:pt x="4405630" y="276860"/>
                    </a:cubicBezTo>
                    <a:cubicBezTo>
                      <a:pt x="4422140" y="290830"/>
                      <a:pt x="4446270" y="300990"/>
                      <a:pt x="4457700" y="318770"/>
                    </a:cubicBezTo>
                    <a:cubicBezTo>
                      <a:pt x="4490720" y="367030"/>
                      <a:pt x="4519930" y="417830"/>
                      <a:pt x="4549140" y="468630"/>
                    </a:cubicBezTo>
                    <a:cubicBezTo>
                      <a:pt x="4570730" y="505460"/>
                      <a:pt x="4592320" y="543560"/>
                      <a:pt x="4608830" y="581660"/>
                    </a:cubicBezTo>
                    <a:cubicBezTo>
                      <a:pt x="4626610" y="626110"/>
                      <a:pt x="4640580" y="671830"/>
                      <a:pt x="4654550" y="718820"/>
                    </a:cubicBezTo>
                    <a:cubicBezTo>
                      <a:pt x="4676140" y="792480"/>
                      <a:pt x="4701540" y="866140"/>
                      <a:pt x="4715510" y="942340"/>
                    </a:cubicBezTo>
                    <a:cubicBezTo>
                      <a:pt x="4735830" y="1049020"/>
                      <a:pt x="4745990" y="1158240"/>
                      <a:pt x="4761230" y="1266190"/>
                    </a:cubicBezTo>
                    <a:cubicBezTo>
                      <a:pt x="4766310" y="1301750"/>
                      <a:pt x="4772660" y="1337310"/>
                      <a:pt x="4775200" y="1372870"/>
                    </a:cubicBezTo>
                    <a:cubicBezTo>
                      <a:pt x="4782820" y="1474470"/>
                      <a:pt x="4787900" y="1574800"/>
                      <a:pt x="4794250" y="1676400"/>
                    </a:cubicBezTo>
                    <a:cubicBezTo>
                      <a:pt x="4803140" y="1802130"/>
                      <a:pt x="4815840" y="1926590"/>
                      <a:pt x="4822190" y="2052320"/>
                    </a:cubicBezTo>
                    <a:cubicBezTo>
                      <a:pt x="4828540" y="2172970"/>
                      <a:pt x="4833620" y="2294890"/>
                      <a:pt x="4831080" y="2416810"/>
                    </a:cubicBezTo>
                    <a:cubicBezTo>
                      <a:pt x="4827270" y="2620010"/>
                      <a:pt x="4817110" y="2821940"/>
                      <a:pt x="4806950" y="3025140"/>
                    </a:cubicBezTo>
                    <a:cubicBezTo>
                      <a:pt x="4800600" y="3150870"/>
                      <a:pt x="4791710" y="3275330"/>
                      <a:pt x="4779010" y="3399790"/>
                    </a:cubicBezTo>
                    <a:cubicBezTo>
                      <a:pt x="4766310" y="3524250"/>
                      <a:pt x="4747260" y="3647440"/>
                      <a:pt x="4733290" y="3771900"/>
                    </a:cubicBezTo>
                    <a:cubicBezTo>
                      <a:pt x="4723130" y="3858260"/>
                      <a:pt x="4720590" y="3944620"/>
                      <a:pt x="4709160" y="4029710"/>
                    </a:cubicBezTo>
                    <a:cubicBezTo>
                      <a:pt x="4699000" y="4107180"/>
                      <a:pt x="4660900" y="4175760"/>
                      <a:pt x="4610100" y="4232910"/>
                    </a:cubicBezTo>
                    <a:cubicBezTo>
                      <a:pt x="4568190" y="4281170"/>
                      <a:pt x="4535170" y="4335780"/>
                      <a:pt x="4491990" y="4382770"/>
                    </a:cubicBezTo>
                    <a:cubicBezTo>
                      <a:pt x="4453890" y="4424680"/>
                      <a:pt x="4411980" y="4466590"/>
                      <a:pt x="4345940" y="4467860"/>
                    </a:cubicBezTo>
                    <a:cubicBezTo>
                      <a:pt x="4330700" y="4467860"/>
                      <a:pt x="4316730" y="4483100"/>
                      <a:pt x="4301490" y="4490720"/>
                    </a:cubicBezTo>
                    <a:cubicBezTo>
                      <a:pt x="4236720" y="4518660"/>
                      <a:pt x="4169410" y="4542790"/>
                      <a:pt x="4105910" y="4573270"/>
                    </a:cubicBezTo>
                    <a:cubicBezTo>
                      <a:pt x="3989070" y="4629150"/>
                      <a:pt x="3863340" y="4638040"/>
                      <a:pt x="3737610" y="4643120"/>
                    </a:cubicBezTo>
                    <a:cubicBezTo>
                      <a:pt x="3689350" y="4645660"/>
                      <a:pt x="3639820" y="4641850"/>
                      <a:pt x="3591560" y="4645660"/>
                    </a:cubicBezTo>
                    <a:cubicBezTo>
                      <a:pt x="3567430" y="4646930"/>
                      <a:pt x="3544570" y="4658360"/>
                      <a:pt x="3521710" y="4663440"/>
                    </a:cubicBezTo>
                    <a:cubicBezTo>
                      <a:pt x="3511550" y="4665980"/>
                      <a:pt x="3501390" y="4664710"/>
                      <a:pt x="3489960" y="4665980"/>
                    </a:cubicBezTo>
                    <a:cubicBezTo>
                      <a:pt x="3474720" y="4667250"/>
                      <a:pt x="3459480" y="4671060"/>
                      <a:pt x="3444240" y="4669790"/>
                    </a:cubicBezTo>
                    <a:cubicBezTo>
                      <a:pt x="3429000" y="4667250"/>
                      <a:pt x="3418840" y="4662170"/>
                      <a:pt x="3416300" y="466217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sz="10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6CAECDE-4D50-4358-851A-ACB3D7B95E23}"/>
              </a:ext>
            </a:extLst>
          </p:cNvPr>
          <p:cNvGrpSpPr/>
          <p:nvPr/>
        </p:nvGrpSpPr>
        <p:grpSpPr>
          <a:xfrm>
            <a:off x="5917651" y="4131132"/>
            <a:ext cx="5056561" cy="1786409"/>
            <a:chOff x="1284020" y="3696346"/>
            <a:chExt cx="7393255" cy="2559528"/>
          </a:xfrm>
        </p:grpSpPr>
        <p:grpSp>
          <p:nvGrpSpPr>
            <p:cNvPr id="29" name="Group 12">
              <a:extLst>
                <a:ext uri="{FF2B5EF4-FFF2-40B4-BE49-F238E27FC236}">
                  <a16:creationId xmlns:a16="http://schemas.microsoft.com/office/drawing/2014/main" id="{09E0A613-47F5-49AB-BCB8-96A0FEEE7EF3}"/>
                </a:ext>
              </a:extLst>
            </p:cNvPr>
            <p:cNvGrpSpPr/>
            <p:nvPr/>
          </p:nvGrpSpPr>
          <p:grpSpPr>
            <a:xfrm>
              <a:off x="1521299" y="3696346"/>
              <a:ext cx="2109039" cy="1916517"/>
              <a:chOff x="0" y="0"/>
              <a:chExt cx="4828540" cy="4716780"/>
            </a:xfrm>
          </p:grpSpPr>
          <p:sp>
            <p:nvSpPr>
              <p:cNvPr id="37" name="Freeform 13">
                <a:extLst>
                  <a:ext uri="{FF2B5EF4-FFF2-40B4-BE49-F238E27FC236}">
                    <a16:creationId xmlns:a16="http://schemas.microsoft.com/office/drawing/2014/main" id="{ADE85C50-B4DD-41B6-8A98-10E1E17DC659}"/>
                  </a:ext>
                </a:extLst>
              </p:cNvPr>
              <p:cNvSpPr/>
              <p:nvPr/>
            </p:nvSpPr>
            <p:spPr>
              <a:xfrm>
                <a:off x="0" y="-7620"/>
                <a:ext cx="4833620" cy="4726940"/>
              </a:xfrm>
              <a:custGeom>
                <a:avLst/>
                <a:gdLst/>
                <a:ahLst/>
                <a:cxnLst/>
                <a:rect l="l" t="t" r="r" b="b"/>
                <a:pathLst>
                  <a:path w="4833620" h="4726940">
                    <a:moveTo>
                      <a:pt x="3416300" y="4662170"/>
                    </a:moveTo>
                    <a:cubicBezTo>
                      <a:pt x="3388360" y="4669790"/>
                      <a:pt x="3366770" y="4679950"/>
                      <a:pt x="3345180" y="4682490"/>
                    </a:cubicBezTo>
                    <a:cubicBezTo>
                      <a:pt x="3223260" y="4692650"/>
                      <a:pt x="3102610" y="4702810"/>
                      <a:pt x="2980690" y="4711700"/>
                    </a:cubicBezTo>
                    <a:cubicBezTo>
                      <a:pt x="2918460" y="4715510"/>
                      <a:pt x="2856230" y="4719320"/>
                      <a:pt x="2794000" y="4720590"/>
                    </a:cubicBezTo>
                    <a:cubicBezTo>
                      <a:pt x="2726690" y="4723130"/>
                      <a:pt x="2659380" y="4726940"/>
                      <a:pt x="2593340" y="4724400"/>
                    </a:cubicBezTo>
                    <a:cubicBezTo>
                      <a:pt x="2529840" y="4723130"/>
                      <a:pt x="2466340" y="4719320"/>
                      <a:pt x="2405380" y="4707890"/>
                    </a:cubicBezTo>
                    <a:cubicBezTo>
                      <a:pt x="2326640" y="4693920"/>
                      <a:pt x="2246630" y="4693920"/>
                      <a:pt x="2169160" y="4681220"/>
                    </a:cubicBezTo>
                    <a:cubicBezTo>
                      <a:pt x="1967230" y="4648200"/>
                      <a:pt x="1761490" y="4657090"/>
                      <a:pt x="1558290" y="4643120"/>
                    </a:cubicBezTo>
                    <a:cubicBezTo>
                      <a:pt x="1443990" y="4635500"/>
                      <a:pt x="1329690" y="4617720"/>
                      <a:pt x="1215390" y="4602480"/>
                    </a:cubicBezTo>
                    <a:cubicBezTo>
                      <a:pt x="1085850" y="4585970"/>
                      <a:pt x="956310" y="4566920"/>
                      <a:pt x="825500" y="4549140"/>
                    </a:cubicBezTo>
                    <a:cubicBezTo>
                      <a:pt x="730250" y="4536440"/>
                      <a:pt x="633730" y="4523740"/>
                      <a:pt x="538480" y="4511040"/>
                    </a:cubicBezTo>
                    <a:cubicBezTo>
                      <a:pt x="535940" y="4511040"/>
                      <a:pt x="533400" y="4509770"/>
                      <a:pt x="530860" y="4509770"/>
                    </a:cubicBezTo>
                    <a:cubicBezTo>
                      <a:pt x="450850" y="4475480"/>
                      <a:pt x="365760" y="4448810"/>
                      <a:pt x="292100" y="4404360"/>
                    </a:cubicBezTo>
                    <a:cubicBezTo>
                      <a:pt x="167640" y="4328160"/>
                      <a:pt x="114300" y="4206240"/>
                      <a:pt x="109220" y="4062730"/>
                    </a:cubicBezTo>
                    <a:cubicBezTo>
                      <a:pt x="107950" y="4013200"/>
                      <a:pt x="101600" y="3964940"/>
                      <a:pt x="101600" y="3915410"/>
                    </a:cubicBezTo>
                    <a:cubicBezTo>
                      <a:pt x="102870" y="3846830"/>
                      <a:pt x="107950" y="3779520"/>
                      <a:pt x="111760" y="3712210"/>
                    </a:cubicBezTo>
                    <a:cubicBezTo>
                      <a:pt x="121920" y="3511550"/>
                      <a:pt x="127000" y="3310890"/>
                      <a:pt x="111760" y="3110230"/>
                    </a:cubicBezTo>
                    <a:cubicBezTo>
                      <a:pt x="97790" y="2929890"/>
                      <a:pt x="85090" y="2750820"/>
                      <a:pt x="71120" y="2570480"/>
                    </a:cubicBezTo>
                    <a:cubicBezTo>
                      <a:pt x="62230" y="2454910"/>
                      <a:pt x="50800" y="2340610"/>
                      <a:pt x="43180" y="2225040"/>
                    </a:cubicBezTo>
                    <a:cubicBezTo>
                      <a:pt x="38100" y="2148840"/>
                      <a:pt x="39370" y="2071370"/>
                      <a:pt x="34290" y="1995170"/>
                    </a:cubicBezTo>
                    <a:cubicBezTo>
                      <a:pt x="31750" y="1951990"/>
                      <a:pt x="17780" y="1910080"/>
                      <a:pt x="16510" y="1866900"/>
                    </a:cubicBezTo>
                    <a:cubicBezTo>
                      <a:pt x="11430" y="1762760"/>
                      <a:pt x="10160" y="1657350"/>
                      <a:pt x="7620" y="1551940"/>
                    </a:cubicBezTo>
                    <a:cubicBezTo>
                      <a:pt x="6350" y="1511300"/>
                      <a:pt x="0" y="1470660"/>
                      <a:pt x="1270" y="1430020"/>
                    </a:cubicBezTo>
                    <a:cubicBezTo>
                      <a:pt x="2540" y="1366520"/>
                      <a:pt x="10160" y="1303020"/>
                      <a:pt x="11430" y="1239520"/>
                    </a:cubicBezTo>
                    <a:cubicBezTo>
                      <a:pt x="12700" y="1165860"/>
                      <a:pt x="5080" y="1092200"/>
                      <a:pt x="7620" y="1019810"/>
                    </a:cubicBezTo>
                    <a:cubicBezTo>
                      <a:pt x="7620" y="949960"/>
                      <a:pt x="16510" y="881380"/>
                      <a:pt x="25400" y="811530"/>
                    </a:cubicBezTo>
                    <a:cubicBezTo>
                      <a:pt x="27940" y="787400"/>
                      <a:pt x="45720" y="765810"/>
                      <a:pt x="50800" y="741680"/>
                    </a:cubicBezTo>
                    <a:cubicBezTo>
                      <a:pt x="72390" y="622300"/>
                      <a:pt x="95250" y="502920"/>
                      <a:pt x="151130" y="392430"/>
                    </a:cubicBezTo>
                    <a:cubicBezTo>
                      <a:pt x="163830" y="368300"/>
                      <a:pt x="184150" y="346710"/>
                      <a:pt x="203200" y="327660"/>
                    </a:cubicBezTo>
                    <a:cubicBezTo>
                      <a:pt x="209550" y="321310"/>
                      <a:pt x="224790" y="325120"/>
                      <a:pt x="228600" y="325120"/>
                    </a:cubicBezTo>
                    <a:cubicBezTo>
                      <a:pt x="237490" y="308610"/>
                      <a:pt x="242570" y="292100"/>
                      <a:pt x="252730" y="284480"/>
                    </a:cubicBezTo>
                    <a:cubicBezTo>
                      <a:pt x="307340" y="242570"/>
                      <a:pt x="364490" y="212090"/>
                      <a:pt x="435610" y="204470"/>
                    </a:cubicBezTo>
                    <a:cubicBezTo>
                      <a:pt x="488950" y="198120"/>
                      <a:pt x="541020" y="175260"/>
                      <a:pt x="594360" y="162560"/>
                    </a:cubicBezTo>
                    <a:cubicBezTo>
                      <a:pt x="659130" y="147320"/>
                      <a:pt x="723900" y="129540"/>
                      <a:pt x="791210" y="120650"/>
                    </a:cubicBezTo>
                    <a:cubicBezTo>
                      <a:pt x="852170" y="113030"/>
                      <a:pt x="910590" y="96520"/>
                      <a:pt x="972820" y="91440"/>
                    </a:cubicBezTo>
                    <a:cubicBezTo>
                      <a:pt x="1036320" y="86360"/>
                      <a:pt x="1099820" y="71120"/>
                      <a:pt x="1164590" y="66040"/>
                    </a:cubicBezTo>
                    <a:cubicBezTo>
                      <a:pt x="1339850" y="53340"/>
                      <a:pt x="1516380" y="44450"/>
                      <a:pt x="1691640" y="34290"/>
                    </a:cubicBezTo>
                    <a:cubicBezTo>
                      <a:pt x="1734820" y="31750"/>
                      <a:pt x="1778000" y="34290"/>
                      <a:pt x="1821180" y="35560"/>
                    </a:cubicBezTo>
                    <a:cubicBezTo>
                      <a:pt x="1842770" y="36830"/>
                      <a:pt x="1864360" y="41910"/>
                      <a:pt x="1887220" y="44450"/>
                    </a:cubicBezTo>
                    <a:cubicBezTo>
                      <a:pt x="1897380" y="45720"/>
                      <a:pt x="1907540" y="41910"/>
                      <a:pt x="1917700" y="41910"/>
                    </a:cubicBezTo>
                    <a:cubicBezTo>
                      <a:pt x="1948180" y="41910"/>
                      <a:pt x="1979930" y="41910"/>
                      <a:pt x="2010410" y="40640"/>
                    </a:cubicBezTo>
                    <a:cubicBezTo>
                      <a:pt x="2068830" y="38100"/>
                      <a:pt x="2128520" y="31750"/>
                      <a:pt x="2186940" y="31750"/>
                    </a:cubicBezTo>
                    <a:cubicBezTo>
                      <a:pt x="2244090" y="31750"/>
                      <a:pt x="2301240" y="35560"/>
                      <a:pt x="2358390" y="38100"/>
                    </a:cubicBezTo>
                    <a:lnTo>
                      <a:pt x="2404110" y="38100"/>
                    </a:lnTo>
                    <a:cubicBezTo>
                      <a:pt x="2473960" y="35560"/>
                      <a:pt x="2542540" y="35560"/>
                      <a:pt x="2612390" y="31750"/>
                    </a:cubicBezTo>
                    <a:cubicBezTo>
                      <a:pt x="2679700" y="27940"/>
                      <a:pt x="2745740" y="19050"/>
                      <a:pt x="2813050" y="15240"/>
                    </a:cubicBezTo>
                    <a:cubicBezTo>
                      <a:pt x="2844800" y="12700"/>
                      <a:pt x="2877820" y="12700"/>
                      <a:pt x="2909570" y="19050"/>
                    </a:cubicBezTo>
                    <a:cubicBezTo>
                      <a:pt x="2957830" y="27940"/>
                      <a:pt x="3003550" y="33020"/>
                      <a:pt x="3051810" y="19050"/>
                    </a:cubicBezTo>
                    <a:cubicBezTo>
                      <a:pt x="3069590" y="13970"/>
                      <a:pt x="3092450" y="22860"/>
                      <a:pt x="3112770" y="25400"/>
                    </a:cubicBezTo>
                    <a:cubicBezTo>
                      <a:pt x="3121660" y="26670"/>
                      <a:pt x="3131820" y="29210"/>
                      <a:pt x="3136900" y="25400"/>
                    </a:cubicBezTo>
                    <a:cubicBezTo>
                      <a:pt x="3171190" y="0"/>
                      <a:pt x="3202940" y="6350"/>
                      <a:pt x="3235960" y="27940"/>
                    </a:cubicBezTo>
                    <a:cubicBezTo>
                      <a:pt x="3239770" y="30480"/>
                      <a:pt x="3249930" y="24130"/>
                      <a:pt x="3257550" y="24130"/>
                    </a:cubicBezTo>
                    <a:cubicBezTo>
                      <a:pt x="3288030" y="24130"/>
                      <a:pt x="3318510" y="24130"/>
                      <a:pt x="3350260" y="25400"/>
                    </a:cubicBezTo>
                    <a:cubicBezTo>
                      <a:pt x="3373120" y="26670"/>
                      <a:pt x="3394710" y="34290"/>
                      <a:pt x="3417570" y="36830"/>
                    </a:cubicBezTo>
                    <a:cubicBezTo>
                      <a:pt x="3467100" y="43180"/>
                      <a:pt x="3517900" y="53340"/>
                      <a:pt x="3568700" y="53340"/>
                    </a:cubicBezTo>
                    <a:cubicBezTo>
                      <a:pt x="3663950" y="54610"/>
                      <a:pt x="3759200" y="58420"/>
                      <a:pt x="3853180" y="78740"/>
                    </a:cubicBezTo>
                    <a:cubicBezTo>
                      <a:pt x="3940810" y="97790"/>
                      <a:pt x="4030980" y="97790"/>
                      <a:pt x="4119880" y="113030"/>
                    </a:cubicBezTo>
                    <a:cubicBezTo>
                      <a:pt x="4173220" y="121920"/>
                      <a:pt x="4227830" y="138430"/>
                      <a:pt x="4273550" y="165100"/>
                    </a:cubicBezTo>
                    <a:cubicBezTo>
                      <a:pt x="4323080" y="193040"/>
                      <a:pt x="4361180" y="238760"/>
                      <a:pt x="4405630" y="276860"/>
                    </a:cubicBezTo>
                    <a:cubicBezTo>
                      <a:pt x="4422140" y="290830"/>
                      <a:pt x="4446270" y="300990"/>
                      <a:pt x="4457700" y="318770"/>
                    </a:cubicBezTo>
                    <a:cubicBezTo>
                      <a:pt x="4490720" y="367030"/>
                      <a:pt x="4519930" y="417830"/>
                      <a:pt x="4549140" y="468630"/>
                    </a:cubicBezTo>
                    <a:cubicBezTo>
                      <a:pt x="4570730" y="505460"/>
                      <a:pt x="4592320" y="543560"/>
                      <a:pt x="4608830" y="581660"/>
                    </a:cubicBezTo>
                    <a:cubicBezTo>
                      <a:pt x="4626610" y="626110"/>
                      <a:pt x="4640580" y="671830"/>
                      <a:pt x="4654550" y="718820"/>
                    </a:cubicBezTo>
                    <a:cubicBezTo>
                      <a:pt x="4676140" y="792480"/>
                      <a:pt x="4701540" y="866140"/>
                      <a:pt x="4715510" y="942340"/>
                    </a:cubicBezTo>
                    <a:cubicBezTo>
                      <a:pt x="4735830" y="1049020"/>
                      <a:pt x="4745990" y="1158240"/>
                      <a:pt x="4761230" y="1266190"/>
                    </a:cubicBezTo>
                    <a:cubicBezTo>
                      <a:pt x="4766310" y="1301750"/>
                      <a:pt x="4772660" y="1337310"/>
                      <a:pt x="4775200" y="1372870"/>
                    </a:cubicBezTo>
                    <a:cubicBezTo>
                      <a:pt x="4782820" y="1474470"/>
                      <a:pt x="4787900" y="1574800"/>
                      <a:pt x="4794250" y="1676400"/>
                    </a:cubicBezTo>
                    <a:cubicBezTo>
                      <a:pt x="4803140" y="1802130"/>
                      <a:pt x="4815840" y="1926590"/>
                      <a:pt x="4822190" y="2052320"/>
                    </a:cubicBezTo>
                    <a:cubicBezTo>
                      <a:pt x="4828540" y="2172970"/>
                      <a:pt x="4833620" y="2294890"/>
                      <a:pt x="4831080" y="2416810"/>
                    </a:cubicBezTo>
                    <a:cubicBezTo>
                      <a:pt x="4827270" y="2620010"/>
                      <a:pt x="4817110" y="2821940"/>
                      <a:pt x="4806950" y="3025140"/>
                    </a:cubicBezTo>
                    <a:cubicBezTo>
                      <a:pt x="4800600" y="3150870"/>
                      <a:pt x="4791710" y="3275330"/>
                      <a:pt x="4779010" y="3399790"/>
                    </a:cubicBezTo>
                    <a:cubicBezTo>
                      <a:pt x="4766310" y="3524250"/>
                      <a:pt x="4747260" y="3647440"/>
                      <a:pt x="4733290" y="3771900"/>
                    </a:cubicBezTo>
                    <a:cubicBezTo>
                      <a:pt x="4723130" y="3858260"/>
                      <a:pt x="4720590" y="3944620"/>
                      <a:pt x="4709160" y="4029710"/>
                    </a:cubicBezTo>
                    <a:cubicBezTo>
                      <a:pt x="4699000" y="4107180"/>
                      <a:pt x="4660900" y="4175760"/>
                      <a:pt x="4610100" y="4232910"/>
                    </a:cubicBezTo>
                    <a:cubicBezTo>
                      <a:pt x="4568190" y="4281170"/>
                      <a:pt x="4535170" y="4335780"/>
                      <a:pt x="4491990" y="4382770"/>
                    </a:cubicBezTo>
                    <a:cubicBezTo>
                      <a:pt x="4453890" y="4424680"/>
                      <a:pt x="4411980" y="4466590"/>
                      <a:pt x="4345940" y="4467860"/>
                    </a:cubicBezTo>
                    <a:cubicBezTo>
                      <a:pt x="4330700" y="4467860"/>
                      <a:pt x="4316730" y="4483100"/>
                      <a:pt x="4301490" y="4490720"/>
                    </a:cubicBezTo>
                    <a:cubicBezTo>
                      <a:pt x="4236720" y="4518660"/>
                      <a:pt x="4169410" y="4542790"/>
                      <a:pt x="4105910" y="4573270"/>
                    </a:cubicBezTo>
                    <a:cubicBezTo>
                      <a:pt x="3989070" y="4629150"/>
                      <a:pt x="3863340" y="4638040"/>
                      <a:pt x="3737610" y="4643120"/>
                    </a:cubicBezTo>
                    <a:cubicBezTo>
                      <a:pt x="3689350" y="4645660"/>
                      <a:pt x="3639820" y="4641850"/>
                      <a:pt x="3591560" y="4645660"/>
                    </a:cubicBezTo>
                    <a:cubicBezTo>
                      <a:pt x="3567430" y="4646930"/>
                      <a:pt x="3544570" y="4658360"/>
                      <a:pt x="3521710" y="4663440"/>
                    </a:cubicBezTo>
                    <a:cubicBezTo>
                      <a:pt x="3511550" y="4665980"/>
                      <a:pt x="3501390" y="4664710"/>
                      <a:pt x="3489960" y="4665980"/>
                    </a:cubicBezTo>
                    <a:cubicBezTo>
                      <a:pt x="3474720" y="4667250"/>
                      <a:pt x="3459480" y="4671060"/>
                      <a:pt x="3444240" y="4669790"/>
                    </a:cubicBezTo>
                    <a:cubicBezTo>
                      <a:pt x="3429000" y="4667250"/>
                      <a:pt x="3418840" y="4662170"/>
                      <a:pt x="3416300" y="466217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12151" t="-37657" r="-17759" b="-61931"/>
                </a:stretch>
              </a:blipFill>
            </p:spPr>
            <p:txBody>
              <a:bodyPr/>
              <a:lstStyle/>
              <a:p>
                <a:endParaRPr lang="en-US" sz="10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30" name="Group 14">
              <a:extLst>
                <a:ext uri="{FF2B5EF4-FFF2-40B4-BE49-F238E27FC236}">
                  <a16:creationId xmlns:a16="http://schemas.microsoft.com/office/drawing/2014/main" id="{AEB06289-041C-4D4A-9A72-B4056939EC4E}"/>
                </a:ext>
              </a:extLst>
            </p:cNvPr>
            <p:cNvGrpSpPr/>
            <p:nvPr/>
          </p:nvGrpSpPr>
          <p:grpSpPr>
            <a:xfrm>
              <a:off x="3987349" y="3706595"/>
              <a:ext cx="2108651" cy="1916164"/>
              <a:chOff x="0" y="0"/>
              <a:chExt cx="4828540" cy="4716780"/>
            </a:xfrm>
          </p:grpSpPr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15C0CD8D-DB81-49EF-8EE1-4FE15B108817}"/>
                  </a:ext>
                </a:extLst>
              </p:cNvPr>
              <p:cNvSpPr/>
              <p:nvPr/>
            </p:nvSpPr>
            <p:spPr>
              <a:xfrm>
                <a:off x="0" y="-7620"/>
                <a:ext cx="4833620" cy="4726940"/>
              </a:xfrm>
              <a:custGeom>
                <a:avLst/>
                <a:gdLst/>
                <a:ahLst/>
                <a:cxnLst/>
                <a:rect l="l" t="t" r="r" b="b"/>
                <a:pathLst>
                  <a:path w="4833620" h="4726940">
                    <a:moveTo>
                      <a:pt x="3416300" y="4662170"/>
                    </a:moveTo>
                    <a:cubicBezTo>
                      <a:pt x="3388360" y="4669790"/>
                      <a:pt x="3366770" y="4679950"/>
                      <a:pt x="3345180" y="4682490"/>
                    </a:cubicBezTo>
                    <a:cubicBezTo>
                      <a:pt x="3223260" y="4692650"/>
                      <a:pt x="3102610" y="4702810"/>
                      <a:pt x="2980690" y="4711700"/>
                    </a:cubicBezTo>
                    <a:cubicBezTo>
                      <a:pt x="2918460" y="4715510"/>
                      <a:pt x="2856230" y="4719320"/>
                      <a:pt x="2794000" y="4720590"/>
                    </a:cubicBezTo>
                    <a:cubicBezTo>
                      <a:pt x="2726690" y="4723130"/>
                      <a:pt x="2659380" y="4726940"/>
                      <a:pt x="2593340" y="4724400"/>
                    </a:cubicBezTo>
                    <a:cubicBezTo>
                      <a:pt x="2529840" y="4723130"/>
                      <a:pt x="2466340" y="4719320"/>
                      <a:pt x="2405380" y="4707890"/>
                    </a:cubicBezTo>
                    <a:cubicBezTo>
                      <a:pt x="2326640" y="4693920"/>
                      <a:pt x="2246630" y="4693920"/>
                      <a:pt x="2169160" y="4681220"/>
                    </a:cubicBezTo>
                    <a:cubicBezTo>
                      <a:pt x="1967230" y="4648200"/>
                      <a:pt x="1761490" y="4657090"/>
                      <a:pt x="1558290" y="4643120"/>
                    </a:cubicBezTo>
                    <a:cubicBezTo>
                      <a:pt x="1443990" y="4635500"/>
                      <a:pt x="1329690" y="4617720"/>
                      <a:pt x="1215390" y="4602480"/>
                    </a:cubicBezTo>
                    <a:cubicBezTo>
                      <a:pt x="1085850" y="4585970"/>
                      <a:pt x="956310" y="4566920"/>
                      <a:pt x="825500" y="4549140"/>
                    </a:cubicBezTo>
                    <a:cubicBezTo>
                      <a:pt x="730250" y="4536440"/>
                      <a:pt x="633730" y="4523740"/>
                      <a:pt x="538480" y="4511040"/>
                    </a:cubicBezTo>
                    <a:cubicBezTo>
                      <a:pt x="535940" y="4511040"/>
                      <a:pt x="533400" y="4509770"/>
                      <a:pt x="530860" y="4509770"/>
                    </a:cubicBezTo>
                    <a:cubicBezTo>
                      <a:pt x="450850" y="4475480"/>
                      <a:pt x="365760" y="4448810"/>
                      <a:pt x="292100" y="4404360"/>
                    </a:cubicBezTo>
                    <a:cubicBezTo>
                      <a:pt x="167640" y="4328160"/>
                      <a:pt x="114300" y="4206240"/>
                      <a:pt x="109220" y="4062730"/>
                    </a:cubicBezTo>
                    <a:cubicBezTo>
                      <a:pt x="107950" y="4013200"/>
                      <a:pt x="101600" y="3964940"/>
                      <a:pt x="101600" y="3915410"/>
                    </a:cubicBezTo>
                    <a:cubicBezTo>
                      <a:pt x="102870" y="3846830"/>
                      <a:pt x="107950" y="3779520"/>
                      <a:pt x="111760" y="3712210"/>
                    </a:cubicBezTo>
                    <a:cubicBezTo>
                      <a:pt x="121920" y="3511550"/>
                      <a:pt x="127000" y="3310890"/>
                      <a:pt x="111760" y="3110230"/>
                    </a:cubicBezTo>
                    <a:cubicBezTo>
                      <a:pt x="97790" y="2929890"/>
                      <a:pt x="85090" y="2750820"/>
                      <a:pt x="71120" y="2570480"/>
                    </a:cubicBezTo>
                    <a:cubicBezTo>
                      <a:pt x="62230" y="2454910"/>
                      <a:pt x="50800" y="2340610"/>
                      <a:pt x="43180" y="2225040"/>
                    </a:cubicBezTo>
                    <a:cubicBezTo>
                      <a:pt x="38100" y="2148840"/>
                      <a:pt x="39370" y="2071370"/>
                      <a:pt x="34290" y="1995170"/>
                    </a:cubicBezTo>
                    <a:cubicBezTo>
                      <a:pt x="31750" y="1951990"/>
                      <a:pt x="17780" y="1910080"/>
                      <a:pt x="16510" y="1866900"/>
                    </a:cubicBezTo>
                    <a:cubicBezTo>
                      <a:pt x="11430" y="1762760"/>
                      <a:pt x="10160" y="1657350"/>
                      <a:pt x="7620" y="1551940"/>
                    </a:cubicBezTo>
                    <a:cubicBezTo>
                      <a:pt x="6350" y="1511300"/>
                      <a:pt x="0" y="1470660"/>
                      <a:pt x="1270" y="1430020"/>
                    </a:cubicBezTo>
                    <a:cubicBezTo>
                      <a:pt x="2540" y="1366520"/>
                      <a:pt x="10160" y="1303020"/>
                      <a:pt x="11430" y="1239520"/>
                    </a:cubicBezTo>
                    <a:cubicBezTo>
                      <a:pt x="12700" y="1165860"/>
                      <a:pt x="5080" y="1092200"/>
                      <a:pt x="7620" y="1019810"/>
                    </a:cubicBezTo>
                    <a:cubicBezTo>
                      <a:pt x="7620" y="949960"/>
                      <a:pt x="16510" y="881380"/>
                      <a:pt x="25400" y="811530"/>
                    </a:cubicBezTo>
                    <a:cubicBezTo>
                      <a:pt x="27940" y="787400"/>
                      <a:pt x="45720" y="765810"/>
                      <a:pt x="50800" y="741680"/>
                    </a:cubicBezTo>
                    <a:cubicBezTo>
                      <a:pt x="72390" y="622300"/>
                      <a:pt x="95250" y="502920"/>
                      <a:pt x="151130" y="392430"/>
                    </a:cubicBezTo>
                    <a:cubicBezTo>
                      <a:pt x="163830" y="368300"/>
                      <a:pt x="184150" y="346710"/>
                      <a:pt x="203200" y="327660"/>
                    </a:cubicBezTo>
                    <a:cubicBezTo>
                      <a:pt x="209550" y="321310"/>
                      <a:pt x="224790" y="325120"/>
                      <a:pt x="228600" y="325120"/>
                    </a:cubicBezTo>
                    <a:cubicBezTo>
                      <a:pt x="237490" y="308610"/>
                      <a:pt x="242570" y="292100"/>
                      <a:pt x="252730" y="284480"/>
                    </a:cubicBezTo>
                    <a:cubicBezTo>
                      <a:pt x="307340" y="242570"/>
                      <a:pt x="364490" y="212090"/>
                      <a:pt x="435610" y="204470"/>
                    </a:cubicBezTo>
                    <a:cubicBezTo>
                      <a:pt x="488950" y="198120"/>
                      <a:pt x="541020" y="175260"/>
                      <a:pt x="594360" y="162560"/>
                    </a:cubicBezTo>
                    <a:cubicBezTo>
                      <a:pt x="659130" y="147320"/>
                      <a:pt x="723900" y="129540"/>
                      <a:pt x="791210" y="120650"/>
                    </a:cubicBezTo>
                    <a:cubicBezTo>
                      <a:pt x="852170" y="113030"/>
                      <a:pt x="910590" y="96520"/>
                      <a:pt x="972820" y="91440"/>
                    </a:cubicBezTo>
                    <a:cubicBezTo>
                      <a:pt x="1036320" y="86360"/>
                      <a:pt x="1099820" y="71120"/>
                      <a:pt x="1164590" y="66040"/>
                    </a:cubicBezTo>
                    <a:cubicBezTo>
                      <a:pt x="1339850" y="53340"/>
                      <a:pt x="1516380" y="44450"/>
                      <a:pt x="1691640" y="34290"/>
                    </a:cubicBezTo>
                    <a:cubicBezTo>
                      <a:pt x="1734820" y="31750"/>
                      <a:pt x="1778000" y="34290"/>
                      <a:pt x="1821180" y="35560"/>
                    </a:cubicBezTo>
                    <a:cubicBezTo>
                      <a:pt x="1842770" y="36830"/>
                      <a:pt x="1864360" y="41910"/>
                      <a:pt x="1887220" y="44450"/>
                    </a:cubicBezTo>
                    <a:cubicBezTo>
                      <a:pt x="1897380" y="45720"/>
                      <a:pt x="1907540" y="41910"/>
                      <a:pt x="1917700" y="41910"/>
                    </a:cubicBezTo>
                    <a:cubicBezTo>
                      <a:pt x="1948180" y="41910"/>
                      <a:pt x="1979930" y="41910"/>
                      <a:pt x="2010410" y="40640"/>
                    </a:cubicBezTo>
                    <a:cubicBezTo>
                      <a:pt x="2068830" y="38100"/>
                      <a:pt x="2128520" y="31750"/>
                      <a:pt x="2186940" y="31750"/>
                    </a:cubicBezTo>
                    <a:cubicBezTo>
                      <a:pt x="2244090" y="31750"/>
                      <a:pt x="2301240" y="35560"/>
                      <a:pt x="2358390" y="38100"/>
                    </a:cubicBezTo>
                    <a:lnTo>
                      <a:pt x="2404110" y="38100"/>
                    </a:lnTo>
                    <a:cubicBezTo>
                      <a:pt x="2473960" y="35560"/>
                      <a:pt x="2542540" y="35560"/>
                      <a:pt x="2612390" y="31750"/>
                    </a:cubicBezTo>
                    <a:cubicBezTo>
                      <a:pt x="2679700" y="27940"/>
                      <a:pt x="2745740" y="19050"/>
                      <a:pt x="2813050" y="15240"/>
                    </a:cubicBezTo>
                    <a:cubicBezTo>
                      <a:pt x="2844800" y="12700"/>
                      <a:pt x="2877820" y="12700"/>
                      <a:pt x="2909570" y="19050"/>
                    </a:cubicBezTo>
                    <a:cubicBezTo>
                      <a:pt x="2957830" y="27940"/>
                      <a:pt x="3003550" y="33020"/>
                      <a:pt x="3051810" y="19050"/>
                    </a:cubicBezTo>
                    <a:cubicBezTo>
                      <a:pt x="3069590" y="13970"/>
                      <a:pt x="3092450" y="22860"/>
                      <a:pt x="3112770" y="25400"/>
                    </a:cubicBezTo>
                    <a:cubicBezTo>
                      <a:pt x="3121660" y="26670"/>
                      <a:pt x="3131820" y="29210"/>
                      <a:pt x="3136900" y="25400"/>
                    </a:cubicBezTo>
                    <a:cubicBezTo>
                      <a:pt x="3171190" y="0"/>
                      <a:pt x="3202940" y="6350"/>
                      <a:pt x="3235960" y="27940"/>
                    </a:cubicBezTo>
                    <a:cubicBezTo>
                      <a:pt x="3239770" y="30480"/>
                      <a:pt x="3249930" y="24130"/>
                      <a:pt x="3257550" y="24130"/>
                    </a:cubicBezTo>
                    <a:cubicBezTo>
                      <a:pt x="3288030" y="24130"/>
                      <a:pt x="3318510" y="24130"/>
                      <a:pt x="3350260" y="25400"/>
                    </a:cubicBezTo>
                    <a:cubicBezTo>
                      <a:pt x="3373120" y="26670"/>
                      <a:pt x="3394710" y="34290"/>
                      <a:pt x="3417570" y="36830"/>
                    </a:cubicBezTo>
                    <a:cubicBezTo>
                      <a:pt x="3467100" y="43180"/>
                      <a:pt x="3517900" y="53340"/>
                      <a:pt x="3568700" y="53340"/>
                    </a:cubicBezTo>
                    <a:cubicBezTo>
                      <a:pt x="3663950" y="54610"/>
                      <a:pt x="3759200" y="58420"/>
                      <a:pt x="3853180" y="78740"/>
                    </a:cubicBezTo>
                    <a:cubicBezTo>
                      <a:pt x="3940810" y="97790"/>
                      <a:pt x="4030980" y="97790"/>
                      <a:pt x="4119880" y="113030"/>
                    </a:cubicBezTo>
                    <a:cubicBezTo>
                      <a:pt x="4173220" y="121920"/>
                      <a:pt x="4227830" y="138430"/>
                      <a:pt x="4273550" y="165100"/>
                    </a:cubicBezTo>
                    <a:cubicBezTo>
                      <a:pt x="4323080" y="193040"/>
                      <a:pt x="4361180" y="238760"/>
                      <a:pt x="4405630" y="276860"/>
                    </a:cubicBezTo>
                    <a:cubicBezTo>
                      <a:pt x="4422140" y="290830"/>
                      <a:pt x="4446270" y="300990"/>
                      <a:pt x="4457700" y="318770"/>
                    </a:cubicBezTo>
                    <a:cubicBezTo>
                      <a:pt x="4490720" y="367030"/>
                      <a:pt x="4519930" y="417830"/>
                      <a:pt x="4549140" y="468630"/>
                    </a:cubicBezTo>
                    <a:cubicBezTo>
                      <a:pt x="4570730" y="505460"/>
                      <a:pt x="4592320" y="543560"/>
                      <a:pt x="4608830" y="581660"/>
                    </a:cubicBezTo>
                    <a:cubicBezTo>
                      <a:pt x="4626610" y="626110"/>
                      <a:pt x="4640580" y="671830"/>
                      <a:pt x="4654550" y="718820"/>
                    </a:cubicBezTo>
                    <a:cubicBezTo>
                      <a:pt x="4676140" y="792480"/>
                      <a:pt x="4701540" y="866140"/>
                      <a:pt x="4715510" y="942340"/>
                    </a:cubicBezTo>
                    <a:cubicBezTo>
                      <a:pt x="4735830" y="1049020"/>
                      <a:pt x="4745990" y="1158240"/>
                      <a:pt x="4761230" y="1266190"/>
                    </a:cubicBezTo>
                    <a:cubicBezTo>
                      <a:pt x="4766310" y="1301750"/>
                      <a:pt x="4772660" y="1337310"/>
                      <a:pt x="4775200" y="1372870"/>
                    </a:cubicBezTo>
                    <a:cubicBezTo>
                      <a:pt x="4782820" y="1474470"/>
                      <a:pt x="4787900" y="1574800"/>
                      <a:pt x="4794250" y="1676400"/>
                    </a:cubicBezTo>
                    <a:cubicBezTo>
                      <a:pt x="4803140" y="1802130"/>
                      <a:pt x="4815840" y="1926590"/>
                      <a:pt x="4822190" y="2052320"/>
                    </a:cubicBezTo>
                    <a:cubicBezTo>
                      <a:pt x="4828540" y="2172970"/>
                      <a:pt x="4833620" y="2294890"/>
                      <a:pt x="4831080" y="2416810"/>
                    </a:cubicBezTo>
                    <a:cubicBezTo>
                      <a:pt x="4827270" y="2620010"/>
                      <a:pt x="4817110" y="2821940"/>
                      <a:pt x="4806950" y="3025140"/>
                    </a:cubicBezTo>
                    <a:cubicBezTo>
                      <a:pt x="4800600" y="3150870"/>
                      <a:pt x="4791710" y="3275330"/>
                      <a:pt x="4779010" y="3399790"/>
                    </a:cubicBezTo>
                    <a:cubicBezTo>
                      <a:pt x="4766310" y="3524250"/>
                      <a:pt x="4747260" y="3647440"/>
                      <a:pt x="4733290" y="3771900"/>
                    </a:cubicBezTo>
                    <a:cubicBezTo>
                      <a:pt x="4723130" y="3858260"/>
                      <a:pt x="4720590" y="3944620"/>
                      <a:pt x="4709160" y="4029710"/>
                    </a:cubicBezTo>
                    <a:cubicBezTo>
                      <a:pt x="4699000" y="4107180"/>
                      <a:pt x="4660900" y="4175760"/>
                      <a:pt x="4610100" y="4232910"/>
                    </a:cubicBezTo>
                    <a:cubicBezTo>
                      <a:pt x="4568190" y="4281170"/>
                      <a:pt x="4535170" y="4335780"/>
                      <a:pt x="4491990" y="4382770"/>
                    </a:cubicBezTo>
                    <a:cubicBezTo>
                      <a:pt x="4453890" y="4424680"/>
                      <a:pt x="4411980" y="4466590"/>
                      <a:pt x="4345940" y="4467860"/>
                    </a:cubicBezTo>
                    <a:cubicBezTo>
                      <a:pt x="4330700" y="4467860"/>
                      <a:pt x="4316730" y="4483100"/>
                      <a:pt x="4301490" y="4490720"/>
                    </a:cubicBezTo>
                    <a:cubicBezTo>
                      <a:pt x="4236720" y="4518660"/>
                      <a:pt x="4169410" y="4542790"/>
                      <a:pt x="4105910" y="4573270"/>
                    </a:cubicBezTo>
                    <a:cubicBezTo>
                      <a:pt x="3989070" y="4629150"/>
                      <a:pt x="3863340" y="4638040"/>
                      <a:pt x="3737610" y="4643120"/>
                    </a:cubicBezTo>
                    <a:cubicBezTo>
                      <a:pt x="3689350" y="4645660"/>
                      <a:pt x="3639820" y="4641850"/>
                      <a:pt x="3591560" y="4645660"/>
                    </a:cubicBezTo>
                    <a:cubicBezTo>
                      <a:pt x="3567430" y="4646930"/>
                      <a:pt x="3544570" y="4658360"/>
                      <a:pt x="3521710" y="4663440"/>
                    </a:cubicBezTo>
                    <a:cubicBezTo>
                      <a:pt x="3511550" y="4665980"/>
                      <a:pt x="3501390" y="4664710"/>
                      <a:pt x="3489960" y="4665980"/>
                    </a:cubicBezTo>
                    <a:cubicBezTo>
                      <a:pt x="3474720" y="4667250"/>
                      <a:pt x="3459480" y="4671060"/>
                      <a:pt x="3444240" y="4669790"/>
                    </a:cubicBezTo>
                    <a:cubicBezTo>
                      <a:pt x="3429000" y="4667250"/>
                      <a:pt x="3418840" y="4662170"/>
                      <a:pt x="3416300" y="466217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8062" t="-4809" r="-12404" b="-18062"/>
                </a:stretch>
              </a:blipFill>
            </p:spPr>
            <p:txBody>
              <a:bodyPr/>
              <a:lstStyle/>
              <a:p>
                <a:endParaRPr lang="en-US" sz="10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31" name="Group 16">
              <a:extLst>
                <a:ext uri="{FF2B5EF4-FFF2-40B4-BE49-F238E27FC236}">
                  <a16:creationId xmlns:a16="http://schemas.microsoft.com/office/drawing/2014/main" id="{D2E8F6E3-D9F6-41AF-AE8E-E14D77681521}"/>
                </a:ext>
              </a:extLst>
            </p:cNvPr>
            <p:cNvGrpSpPr/>
            <p:nvPr/>
          </p:nvGrpSpPr>
          <p:grpSpPr>
            <a:xfrm>
              <a:off x="6333267" y="3720228"/>
              <a:ext cx="2113192" cy="1920291"/>
              <a:chOff x="0" y="0"/>
              <a:chExt cx="4828540" cy="4716780"/>
            </a:xfrm>
          </p:grpSpPr>
          <p:sp>
            <p:nvSpPr>
              <p:cNvPr id="35" name="Freeform 17">
                <a:extLst>
                  <a:ext uri="{FF2B5EF4-FFF2-40B4-BE49-F238E27FC236}">
                    <a16:creationId xmlns:a16="http://schemas.microsoft.com/office/drawing/2014/main" id="{6F4BD211-C0E0-4945-B938-AFD1694837E4}"/>
                  </a:ext>
                </a:extLst>
              </p:cNvPr>
              <p:cNvSpPr/>
              <p:nvPr/>
            </p:nvSpPr>
            <p:spPr>
              <a:xfrm>
                <a:off x="0" y="-7620"/>
                <a:ext cx="4833620" cy="4726940"/>
              </a:xfrm>
              <a:custGeom>
                <a:avLst/>
                <a:gdLst/>
                <a:ahLst/>
                <a:cxnLst/>
                <a:rect l="l" t="t" r="r" b="b"/>
                <a:pathLst>
                  <a:path w="4833620" h="4726940">
                    <a:moveTo>
                      <a:pt x="3416300" y="4662170"/>
                    </a:moveTo>
                    <a:cubicBezTo>
                      <a:pt x="3388360" y="4669790"/>
                      <a:pt x="3366770" y="4679950"/>
                      <a:pt x="3345180" y="4682490"/>
                    </a:cubicBezTo>
                    <a:cubicBezTo>
                      <a:pt x="3223260" y="4692650"/>
                      <a:pt x="3102610" y="4702810"/>
                      <a:pt x="2980690" y="4711700"/>
                    </a:cubicBezTo>
                    <a:cubicBezTo>
                      <a:pt x="2918460" y="4715510"/>
                      <a:pt x="2856230" y="4719320"/>
                      <a:pt x="2794000" y="4720590"/>
                    </a:cubicBezTo>
                    <a:cubicBezTo>
                      <a:pt x="2726690" y="4723130"/>
                      <a:pt x="2659380" y="4726940"/>
                      <a:pt x="2593340" y="4724400"/>
                    </a:cubicBezTo>
                    <a:cubicBezTo>
                      <a:pt x="2529840" y="4723130"/>
                      <a:pt x="2466340" y="4719320"/>
                      <a:pt x="2405380" y="4707890"/>
                    </a:cubicBezTo>
                    <a:cubicBezTo>
                      <a:pt x="2326640" y="4693920"/>
                      <a:pt x="2246630" y="4693920"/>
                      <a:pt x="2169160" y="4681220"/>
                    </a:cubicBezTo>
                    <a:cubicBezTo>
                      <a:pt x="1967230" y="4648200"/>
                      <a:pt x="1761490" y="4657090"/>
                      <a:pt x="1558290" y="4643120"/>
                    </a:cubicBezTo>
                    <a:cubicBezTo>
                      <a:pt x="1443990" y="4635500"/>
                      <a:pt x="1329690" y="4617720"/>
                      <a:pt x="1215390" y="4602480"/>
                    </a:cubicBezTo>
                    <a:cubicBezTo>
                      <a:pt x="1085850" y="4585970"/>
                      <a:pt x="956310" y="4566920"/>
                      <a:pt x="825500" y="4549140"/>
                    </a:cubicBezTo>
                    <a:cubicBezTo>
                      <a:pt x="730250" y="4536440"/>
                      <a:pt x="633730" y="4523740"/>
                      <a:pt x="538480" y="4511040"/>
                    </a:cubicBezTo>
                    <a:cubicBezTo>
                      <a:pt x="535940" y="4511040"/>
                      <a:pt x="533400" y="4509770"/>
                      <a:pt x="530860" y="4509770"/>
                    </a:cubicBezTo>
                    <a:cubicBezTo>
                      <a:pt x="450850" y="4475480"/>
                      <a:pt x="365760" y="4448810"/>
                      <a:pt x="292100" y="4404360"/>
                    </a:cubicBezTo>
                    <a:cubicBezTo>
                      <a:pt x="167640" y="4328160"/>
                      <a:pt x="114300" y="4206240"/>
                      <a:pt x="109220" y="4062730"/>
                    </a:cubicBezTo>
                    <a:cubicBezTo>
                      <a:pt x="107950" y="4013200"/>
                      <a:pt x="101600" y="3964940"/>
                      <a:pt x="101600" y="3915410"/>
                    </a:cubicBezTo>
                    <a:cubicBezTo>
                      <a:pt x="102870" y="3846830"/>
                      <a:pt x="107950" y="3779520"/>
                      <a:pt x="111760" y="3712210"/>
                    </a:cubicBezTo>
                    <a:cubicBezTo>
                      <a:pt x="121920" y="3511550"/>
                      <a:pt x="127000" y="3310890"/>
                      <a:pt x="111760" y="3110230"/>
                    </a:cubicBezTo>
                    <a:cubicBezTo>
                      <a:pt x="97790" y="2929890"/>
                      <a:pt x="85090" y="2750820"/>
                      <a:pt x="71120" y="2570480"/>
                    </a:cubicBezTo>
                    <a:cubicBezTo>
                      <a:pt x="62230" y="2454910"/>
                      <a:pt x="50800" y="2340610"/>
                      <a:pt x="43180" y="2225040"/>
                    </a:cubicBezTo>
                    <a:cubicBezTo>
                      <a:pt x="38100" y="2148840"/>
                      <a:pt x="39370" y="2071370"/>
                      <a:pt x="34290" y="1995170"/>
                    </a:cubicBezTo>
                    <a:cubicBezTo>
                      <a:pt x="31750" y="1951990"/>
                      <a:pt x="17780" y="1910080"/>
                      <a:pt x="16510" y="1866900"/>
                    </a:cubicBezTo>
                    <a:cubicBezTo>
                      <a:pt x="11430" y="1762760"/>
                      <a:pt x="10160" y="1657350"/>
                      <a:pt x="7620" y="1551940"/>
                    </a:cubicBezTo>
                    <a:cubicBezTo>
                      <a:pt x="6350" y="1511300"/>
                      <a:pt x="0" y="1470660"/>
                      <a:pt x="1270" y="1430020"/>
                    </a:cubicBezTo>
                    <a:cubicBezTo>
                      <a:pt x="2540" y="1366520"/>
                      <a:pt x="10160" y="1303020"/>
                      <a:pt x="11430" y="1239520"/>
                    </a:cubicBezTo>
                    <a:cubicBezTo>
                      <a:pt x="12700" y="1165860"/>
                      <a:pt x="5080" y="1092200"/>
                      <a:pt x="7620" y="1019810"/>
                    </a:cubicBezTo>
                    <a:cubicBezTo>
                      <a:pt x="7620" y="949960"/>
                      <a:pt x="16510" y="881380"/>
                      <a:pt x="25400" y="811530"/>
                    </a:cubicBezTo>
                    <a:cubicBezTo>
                      <a:pt x="27940" y="787400"/>
                      <a:pt x="45720" y="765810"/>
                      <a:pt x="50800" y="741680"/>
                    </a:cubicBezTo>
                    <a:cubicBezTo>
                      <a:pt x="72390" y="622300"/>
                      <a:pt x="95250" y="502920"/>
                      <a:pt x="151130" y="392430"/>
                    </a:cubicBezTo>
                    <a:cubicBezTo>
                      <a:pt x="163830" y="368300"/>
                      <a:pt x="184150" y="346710"/>
                      <a:pt x="203200" y="327660"/>
                    </a:cubicBezTo>
                    <a:cubicBezTo>
                      <a:pt x="209550" y="321310"/>
                      <a:pt x="224790" y="325120"/>
                      <a:pt x="228600" y="325120"/>
                    </a:cubicBezTo>
                    <a:cubicBezTo>
                      <a:pt x="237490" y="308610"/>
                      <a:pt x="242570" y="292100"/>
                      <a:pt x="252730" y="284480"/>
                    </a:cubicBezTo>
                    <a:cubicBezTo>
                      <a:pt x="307340" y="242570"/>
                      <a:pt x="364490" y="212090"/>
                      <a:pt x="435610" y="204470"/>
                    </a:cubicBezTo>
                    <a:cubicBezTo>
                      <a:pt x="488950" y="198120"/>
                      <a:pt x="541020" y="175260"/>
                      <a:pt x="594360" y="162560"/>
                    </a:cubicBezTo>
                    <a:cubicBezTo>
                      <a:pt x="659130" y="147320"/>
                      <a:pt x="723900" y="129540"/>
                      <a:pt x="791210" y="120650"/>
                    </a:cubicBezTo>
                    <a:cubicBezTo>
                      <a:pt x="852170" y="113030"/>
                      <a:pt x="910590" y="96520"/>
                      <a:pt x="972820" y="91440"/>
                    </a:cubicBezTo>
                    <a:cubicBezTo>
                      <a:pt x="1036320" y="86360"/>
                      <a:pt x="1099820" y="71120"/>
                      <a:pt x="1164590" y="66040"/>
                    </a:cubicBezTo>
                    <a:cubicBezTo>
                      <a:pt x="1339850" y="53340"/>
                      <a:pt x="1516380" y="44450"/>
                      <a:pt x="1691640" y="34290"/>
                    </a:cubicBezTo>
                    <a:cubicBezTo>
                      <a:pt x="1734820" y="31750"/>
                      <a:pt x="1778000" y="34290"/>
                      <a:pt x="1821180" y="35560"/>
                    </a:cubicBezTo>
                    <a:cubicBezTo>
                      <a:pt x="1842770" y="36830"/>
                      <a:pt x="1864360" y="41910"/>
                      <a:pt x="1887220" y="44450"/>
                    </a:cubicBezTo>
                    <a:cubicBezTo>
                      <a:pt x="1897380" y="45720"/>
                      <a:pt x="1907540" y="41910"/>
                      <a:pt x="1917700" y="41910"/>
                    </a:cubicBezTo>
                    <a:cubicBezTo>
                      <a:pt x="1948180" y="41910"/>
                      <a:pt x="1979930" y="41910"/>
                      <a:pt x="2010410" y="40640"/>
                    </a:cubicBezTo>
                    <a:cubicBezTo>
                      <a:pt x="2068830" y="38100"/>
                      <a:pt x="2128520" y="31750"/>
                      <a:pt x="2186940" y="31750"/>
                    </a:cubicBezTo>
                    <a:cubicBezTo>
                      <a:pt x="2244090" y="31750"/>
                      <a:pt x="2301240" y="35560"/>
                      <a:pt x="2358390" y="38100"/>
                    </a:cubicBezTo>
                    <a:lnTo>
                      <a:pt x="2404110" y="38100"/>
                    </a:lnTo>
                    <a:cubicBezTo>
                      <a:pt x="2473960" y="35560"/>
                      <a:pt x="2542540" y="35560"/>
                      <a:pt x="2612390" y="31750"/>
                    </a:cubicBezTo>
                    <a:cubicBezTo>
                      <a:pt x="2679700" y="27940"/>
                      <a:pt x="2745740" y="19050"/>
                      <a:pt x="2813050" y="15240"/>
                    </a:cubicBezTo>
                    <a:cubicBezTo>
                      <a:pt x="2844800" y="12700"/>
                      <a:pt x="2877820" y="12700"/>
                      <a:pt x="2909570" y="19050"/>
                    </a:cubicBezTo>
                    <a:cubicBezTo>
                      <a:pt x="2957830" y="27940"/>
                      <a:pt x="3003550" y="33020"/>
                      <a:pt x="3051810" y="19050"/>
                    </a:cubicBezTo>
                    <a:cubicBezTo>
                      <a:pt x="3069590" y="13970"/>
                      <a:pt x="3092450" y="22860"/>
                      <a:pt x="3112770" y="25400"/>
                    </a:cubicBezTo>
                    <a:cubicBezTo>
                      <a:pt x="3121660" y="26670"/>
                      <a:pt x="3131820" y="29210"/>
                      <a:pt x="3136900" y="25400"/>
                    </a:cubicBezTo>
                    <a:cubicBezTo>
                      <a:pt x="3171190" y="0"/>
                      <a:pt x="3202940" y="6350"/>
                      <a:pt x="3235960" y="27940"/>
                    </a:cubicBezTo>
                    <a:cubicBezTo>
                      <a:pt x="3239770" y="30480"/>
                      <a:pt x="3249930" y="24130"/>
                      <a:pt x="3257550" y="24130"/>
                    </a:cubicBezTo>
                    <a:cubicBezTo>
                      <a:pt x="3288030" y="24130"/>
                      <a:pt x="3318510" y="24130"/>
                      <a:pt x="3350260" y="25400"/>
                    </a:cubicBezTo>
                    <a:cubicBezTo>
                      <a:pt x="3373120" y="26670"/>
                      <a:pt x="3394710" y="34290"/>
                      <a:pt x="3417570" y="36830"/>
                    </a:cubicBezTo>
                    <a:cubicBezTo>
                      <a:pt x="3467100" y="43180"/>
                      <a:pt x="3517900" y="53340"/>
                      <a:pt x="3568700" y="53340"/>
                    </a:cubicBezTo>
                    <a:cubicBezTo>
                      <a:pt x="3663950" y="54610"/>
                      <a:pt x="3759200" y="58420"/>
                      <a:pt x="3853180" y="78740"/>
                    </a:cubicBezTo>
                    <a:cubicBezTo>
                      <a:pt x="3940810" y="97790"/>
                      <a:pt x="4030980" y="97790"/>
                      <a:pt x="4119880" y="113030"/>
                    </a:cubicBezTo>
                    <a:cubicBezTo>
                      <a:pt x="4173220" y="121920"/>
                      <a:pt x="4227830" y="138430"/>
                      <a:pt x="4273550" y="165100"/>
                    </a:cubicBezTo>
                    <a:cubicBezTo>
                      <a:pt x="4323080" y="193040"/>
                      <a:pt x="4361180" y="238760"/>
                      <a:pt x="4405630" y="276860"/>
                    </a:cubicBezTo>
                    <a:cubicBezTo>
                      <a:pt x="4422140" y="290830"/>
                      <a:pt x="4446270" y="300990"/>
                      <a:pt x="4457700" y="318770"/>
                    </a:cubicBezTo>
                    <a:cubicBezTo>
                      <a:pt x="4490720" y="367030"/>
                      <a:pt x="4519930" y="417830"/>
                      <a:pt x="4549140" y="468630"/>
                    </a:cubicBezTo>
                    <a:cubicBezTo>
                      <a:pt x="4570730" y="505460"/>
                      <a:pt x="4592320" y="543560"/>
                      <a:pt x="4608830" y="581660"/>
                    </a:cubicBezTo>
                    <a:cubicBezTo>
                      <a:pt x="4626610" y="626110"/>
                      <a:pt x="4640580" y="671830"/>
                      <a:pt x="4654550" y="718820"/>
                    </a:cubicBezTo>
                    <a:cubicBezTo>
                      <a:pt x="4676140" y="792480"/>
                      <a:pt x="4701540" y="866140"/>
                      <a:pt x="4715510" y="942340"/>
                    </a:cubicBezTo>
                    <a:cubicBezTo>
                      <a:pt x="4735830" y="1049020"/>
                      <a:pt x="4745990" y="1158240"/>
                      <a:pt x="4761230" y="1266190"/>
                    </a:cubicBezTo>
                    <a:cubicBezTo>
                      <a:pt x="4766310" y="1301750"/>
                      <a:pt x="4772660" y="1337310"/>
                      <a:pt x="4775200" y="1372870"/>
                    </a:cubicBezTo>
                    <a:cubicBezTo>
                      <a:pt x="4782820" y="1474470"/>
                      <a:pt x="4787900" y="1574800"/>
                      <a:pt x="4794250" y="1676400"/>
                    </a:cubicBezTo>
                    <a:cubicBezTo>
                      <a:pt x="4803140" y="1802130"/>
                      <a:pt x="4815840" y="1926590"/>
                      <a:pt x="4822190" y="2052320"/>
                    </a:cubicBezTo>
                    <a:cubicBezTo>
                      <a:pt x="4828540" y="2172970"/>
                      <a:pt x="4833620" y="2294890"/>
                      <a:pt x="4831080" y="2416810"/>
                    </a:cubicBezTo>
                    <a:cubicBezTo>
                      <a:pt x="4827270" y="2620010"/>
                      <a:pt x="4817110" y="2821940"/>
                      <a:pt x="4806950" y="3025140"/>
                    </a:cubicBezTo>
                    <a:cubicBezTo>
                      <a:pt x="4800600" y="3150870"/>
                      <a:pt x="4791710" y="3275330"/>
                      <a:pt x="4779010" y="3399790"/>
                    </a:cubicBezTo>
                    <a:cubicBezTo>
                      <a:pt x="4766310" y="3524250"/>
                      <a:pt x="4747260" y="3647440"/>
                      <a:pt x="4733290" y="3771900"/>
                    </a:cubicBezTo>
                    <a:cubicBezTo>
                      <a:pt x="4723130" y="3858260"/>
                      <a:pt x="4720590" y="3944620"/>
                      <a:pt x="4709160" y="4029710"/>
                    </a:cubicBezTo>
                    <a:cubicBezTo>
                      <a:pt x="4699000" y="4107180"/>
                      <a:pt x="4660900" y="4175760"/>
                      <a:pt x="4610100" y="4232910"/>
                    </a:cubicBezTo>
                    <a:cubicBezTo>
                      <a:pt x="4568190" y="4281170"/>
                      <a:pt x="4535170" y="4335780"/>
                      <a:pt x="4491990" y="4382770"/>
                    </a:cubicBezTo>
                    <a:cubicBezTo>
                      <a:pt x="4453890" y="4424680"/>
                      <a:pt x="4411980" y="4466590"/>
                      <a:pt x="4345940" y="4467860"/>
                    </a:cubicBezTo>
                    <a:cubicBezTo>
                      <a:pt x="4330700" y="4467860"/>
                      <a:pt x="4316730" y="4483100"/>
                      <a:pt x="4301490" y="4490720"/>
                    </a:cubicBezTo>
                    <a:cubicBezTo>
                      <a:pt x="4236720" y="4518660"/>
                      <a:pt x="4169410" y="4542790"/>
                      <a:pt x="4105910" y="4573270"/>
                    </a:cubicBezTo>
                    <a:cubicBezTo>
                      <a:pt x="3989070" y="4629150"/>
                      <a:pt x="3863340" y="4638040"/>
                      <a:pt x="3737610" y="4643120"/>
                    </a:cubicBezTo>
                    <a:cubicBezTo>
                      <a:pt x="3689350" y="4645660"/>
                      <a:pt x="3639820" y="4641850"/>
                      <a:pt x="3591560" y="4645660"/>
                    </a:cubicBezTo>
                    <a:cubicBezTo>
                      <a:pt x="3567430" y="4646930"/>
                      <a:pt x="3544570" y="4658360"/>
                      <a:pt x="3521710" y="4663440"/>
                    </a:cubicBezTo>
                    <a:cubicBezTo>
                      <a:pt x="3511550" y="4665980"/>
                      <a:pt x="3501390" y="4664710"/>
                      <a:pt x="3489960" y="4665980"/>
                    </a:cubicBezTo>
                    <a:cubicBezTo>
                      <a:pt x="3474720" y="4667250"/>
                      <a:pt x="3459480" y="4671060"/>
                      <a:pt x="3444240" y="4669790"/>
                    </a:cubicBezTo>
                    <a:cubicBezTo>
                      <a:pt x="3429000" y="4667250"/>
                      <a:pt x="3418840" y="4662170"/>
                      <a:pt x="3416300" y="466217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56382" t="-45915" r="-55261" b="-143116"/>
                </a:stretch>
              </a:blipFill>
            </p:spPr>
            <p:txBody>
              <a:bodyPr/>
              <a:lstStyle/>
              <a:p>
                <a:endParaRPr lang="en-US" sz="10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71F9DE9-4FE8-4D97-B7A1-D9E3122D3AAE}"/>
                </a:ext>
              </a:extLst>
            </p:cNvPr>
            <p:cNvSpPr txBox="1"/>
            <p:nvPr/>
          </p:nvSpPr>
          <p:spPr>
            <a:xfrm>
              <a:off x="6096000" y="5726703"/>
              <a:ext cx="2581275" cy="529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Kamrul Hasan </a:t>
              </a:r>
              <a:r>
                <a:rPr lang="en-US" sz="900" b="1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Shanto</a:t>
              </a:r>
              <a:endParaRPr lang="en-US" sz="900" b="1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algn="ctr"/>
              <a:r>
                <a:rPr lang="en-US" sz="9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ID:2006130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4397820-D364-4735-8421-8B428350D54D}"/>
                </a:ext>
              </a:extLst>
            </p:cNvPr>
            <p:cNvSpPr txBox="1"/>
            <p:nvPr/>
          </p:nvSpPr>
          <p:spPr>
            <a:xfrm>
              <a:off x="3750082" y="5714835"/>
              <a:ext cx="2581275" cy="529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MD. Fahim Rahman</a:t>
              </a:r>
            </a:p>
            <a:p>
              <a:pPr algn="ctr"/>
              <a:r>
                <a:rPr lang="en-US" sz="9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ID:2006128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7251391-9A2F-4383-A33F-81A4EC5B5227}"/>
                </a:ext>
              </a:extLst>
            </p:cNvPr>
            <p:cNvSpPr txBox="1"/>
            <p:nvPr/>
          </p:nvSpPr>
          <p:spPr>
            <a:xfrm>
              <a:off x="1284020" y="5707906"/>
              <a:ext cx="2581275" cy="529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MD. Mahmud Akon</a:t>
              </a:r>
            </a:p>
            <a:p>
              <a:pPr algn="ctr"/>
              <a:r>
                <a:rPr lang="en-US" sz="9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ID:2006127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8246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3012B-84B9-7349-A96C-D843A369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899E-188D-E346-BD75-A52C25C2C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Objective</a:t>
            </a:r>
            <a:endParaRPr lang="en-BD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Steps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Literature Review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Robot Design</a:t>
            </a:r>
            <a:endParaRPr lang="en-BD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Workspace Setup</a:t>
            </a:r>
            <a:endParaRPr lang="en-BD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Implementation</a:t>
            </a:r>
            <a:endParaRPr lang="en-BD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Reflection on Individual and Team Work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Future Works</a:t>
            </a:r>
            <a:endParaRPr lang="en-BD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References</a:t>
            </a:r>
            <a:endParaRPr lang="en-B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16421-CA9E-E344-9555-2F9A2A51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EB6EC-D213-9F48-8356-86C62AC1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B0E6E-7910-2644-9BBD-C431B66B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097328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019EF6-C9F9-8E4B-90AC-5D229CB1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Objective</a:t>
            </a:r>
            <a:endParaRPr lang="en-B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B2C38B-4AC5-9248-B4C6-67239E72D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93520"/>
            <a:ext cx="5960533" cy="4541520"/>
          </a:xfrm>
        </p:spPr>
        <p:txBody>
          <a:bodyPr/>
          <a:lstStyle/>
          <a:p>
            <a:r>
              <a:rPr lang="en-US" dirty="0"/>
              <a:t>Locate objects and drop off zones inside a workspace</a:t>
            </a:r>
          </a:p>
          <a:p>
            <a:r>
              <a:rPr lang="en-US" dirty="0"/>
              <a:t>Pick up the objects and drop them in drop-off zones</a:t>
            </a:r>
          </a:p>
          <a:p>
            <a:r>
              <a:rPr lang="en-US" dirty="0"/>
              <a:t>Track any real time change in the position of the objects and drop off zone and adjust movement accordingly</a:t>
            </a:r>
          </a:p>
          <a:p>
            <a:r>
              <a:rPr lang="en-US" dirty="0"/>
              <a:t>Avoid both static and dynamic obstacles along the path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</a:t>
            </a:fld>
            <a:endParaRPr lang="en-B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65C1EE-D7FA-4539-8350-780228EB7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001" y="1493520"/>
            <a:ext cx="4876690" cy="3069167"/>
          </a:xfrm>
          <a:prstGeom prst="rect">
            <a:avLst/>
          </a:prstGeom>
        </p:spPr>
      </p:pic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DB9BF0ED-8C9B-4534-8619-9A4B96CEFD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FFB02A2B-78C3-46DC-A487-6BDE7BC4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27855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019EF6-C9F9-8E4B-90AC-5D229CB1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Steps</a:t>
            </a:r>
            <a:endParaRPr lang="en-B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B2C38B-4AC5-9248-B4C6-67239E72D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Designing a robot that will be able to pick and drop objects</a:t>
            </a:r>
          </a:p>
          <a:p>
            <a:r>
              <a:rPr lang="en-US" dirty="0"/>
              <a:t>Taking live feed from an overhead camera and processing it in a central PC</a:t>
            </a:r>
          </a:p>
          <a:p>
            <a:r>
              <a:rPr lang="en-US" dirty="0"/>
              <a:t>Using OpenCV to localize the robot, objects and drop off zones</a:t>
            </a:r>
          </a:p>
          <a:p>
            <a:r>
              <a:rPr lang="en-US" dirty="0"/>
              <a:t>Using pathfinding algorithm to find the most optimal path around obstacles</a:t>
            </a:r>
          </a:p>
          <a:p>
            <a:r>
              <a:rPr lang="en-US" dirty="0"/>
              <a:t>Commanding the robot from central PC using WIFI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</a:t>
            </a:fld>
            <a:endParaRPr lang="en-BD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112A7CC1-872E-4C59-87C6-1A2B880989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302D3722-E47A-4CA2-9C14-4B9379370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984699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Literature Review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BFA2-EE69-374B-B248-C5EB3C1C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97292"/>
            <a:ext cx="10058400" cy="40320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Aruco</a:t>
            </a:r>
            <a:r>
              <a:rPr lang="en-US" dirty="0"/>
              <a:t> Tag Guided Drawing Robot 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hlinkClick r:id="rId2"/>
              </a:rPr>
              <a:t>https://courses.ece.cornell.edu/ece5990/ECE5725_Fall2020_Projects/Dec_21_Demo/Drawing%20Robot/eam348_mm2994_W/index.html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u="sng" dirty="0">
                <a:solidFill>
                  <a:srgbClr val="FFC000"/>
                </a:solidFill>
              </a:rPr>
              <a:t>https://docs.opencv.org/3.4/modules.html</a:t>
            </a:r>
          </a:p>
          <a:p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5</a:t>
            </a:fld>
            <a:endParaRPr lang="en-BD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1EDE4D6C-4BC3-4D1E-8E5B-D9DDCCDDF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C07B3AFF-7185-41C8-907B-BB38DA30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50576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Literature Review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BFA2-EE69-374B-B248-C5EB3C1C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0" y="1412966"/>
            <a:ext cx="10058400" cy="4032068"/>
          </a:xfrm>
        </p:spPr>
        <p:txBody>
          <a:bodyPr/>
          <a:lstStyle/>
          <a:p>
            <a:r>
              <a:rPr lang="en-US" dirty="0" err="1"/>
              <a:t>Aruco</a:t>
            </a:r>
            <a:r>
              <a:rPr lang="en-US" dirty="0"/>
              <a:t> Marker Official Documentation:</a:t>
            </a: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   https://docs.opencv.org/3.4/modules.html</a:t>
            </a:r>
            <a:endParaRPr lang="en-BD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6</a:t>
            </a:fld>
            <a:endParaRPr lang="en-BD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1EDE4D6C-4BC3-4D1E-8E5B-D9DDCCDDF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C07B3AFF-7185-41C8-907B-BB38DA30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429560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Robot Design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7</a:t>
            </a:fld>
            <a:endParaRPr lang="en-BD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A0DE1B-1D21-4B6D-93CA-94D6FBAA451E}"/>
              </a:ext>
            </a:extLst>
          </p:cNvPr>
          <p:cNvGrpSpPr/>
          <p:nvPr/>
        </p:nvGrpSpPr>
        <p:grpSpPr>
          <a:xfrm>
            <a:off x="2160270" y="1952417"/>
            <a:ext cx="7871460" cy="3932369"/>
            <a:chOff x="1072663" y="2095499"/>
            <a:chExt cx="14294570" cy="68996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8420CEA-4625-48D1-885B-54501F204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2663" y="2095499"/>
              <a:ext cx="6907464" cy="689667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ABAC0BB-5A7A-4E08-9EEA-60449167B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0" y="2098431"/>
              <a:ext cx="6985233" cy="6896671"/>
            </a:xfrm>
            <a:prstGeom prst="rect">
              <a:avLst/>
            </a:prstGeom>
          </p:spPr>
        </p:pic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9D083DE-6549-4D20-ABD5-E8E5DED6D77D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Initial Design</a:t>
            </a:r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86853152-1B40-4AE4-94CA-EE55DA0C7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6B8EF468-EBF7-411D-B0ED-15E0ED39D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4036929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Robot Design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8</a:t>
            </a:fld>
            <a:endParaRPr lang="en-BD"/>
          </a:p>
        </p:txBody>
      </p:sp>
      <p:pic>
        <p:nvPicPr>
          <p:cNvPr id="11" name="Picture 10" descr="A battery on a white box&#10;&#10;Description automatically generated">
            <a:extLst>
              <a:ext uri="{FF2B5EF4-FFF2-40B4-BE49-F238E27FC236}">
                <a16:creationId xmlns:a16="http://schemas.microsoft.com/office/drawing/2014/main" id="{CC19AD21-DD02-4055-B978-C1D216EAA6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8"/>
          <a:stretch/>
        </p:blipFill>
        <p:spPr>
          <a:xfrm>
            <a:off x="6096000" y="1848905"/>
            <a:ext cx="4954726" cy="3624730"/>
          </a:xfrm>
          <a:prstGeom prst="rect">
            <a:avLst/>
          </a:prstGeom>
        </p:spPr>
      </p:pic>
      <p:pic>
        <p:nvPicPr>
          <p:cNvPr id="16" name="Picture 15" descr="A small white box with black wheels and wires&#10;&#10;Description automatically generated">
            <a:extLst>
              <a:ext uri="{FF2B5EF4-FFF2-40B4-BE49-F238E27FC236}">
                <a16:creationId xmlns:a16="http://schemas.microsoft.com/office/drawing/2014/main" id="{21865AFE-6597-4026-9757-4163E604CD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848905"/>
            <a:ext cx="4832973" cy="362473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9556CF9A-3E5F-4046-8CBC-1DACF7D86DC1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Initial Build</a:t>
            </a:r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CA4529D2-D76B-4278-B4A2-BA381DFFD1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8B182DF1-C5CD-4CCB-83B8-704F8CAE9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566907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9</a:t>
            </a:fld>
            <a:endParaRPr lang="en-BD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38F0E7-8B9E-4199-A5D8-62553589B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44" y="2300197"/>
            <a:ext cx="5882976" cy="29333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500D98-6FFC-472D-933A-4369A45088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241" r="3849"/>
          <a:stretch/>
        </p:blipFill>
        <p:spPr>
          <a:xfrm>
            <a:off x="6414597" y="1955181"/>
            <a:ext cx="5743482" cy="333992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9EAB35AD-740D-41E9-AA23-ED9E32A2E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4. Robot Design</a:t>
            </a:r>
            <a:endParaRPr lang="en-BD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3189CCE-C323-424B-A026-29E49E9D9E55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CAD Model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1F991EBE-2B02-4B52-A8C0-3AC93ED4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FB08F2DE-39DB-45D5-9979-35B56BEA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33705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B942F-37E7-FEDF-CF61-B6275AA0C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EEE 318 (2024) – Final Project Group B2.05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ABD39-B1E3-DDE2-5830-813A175D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Automated Object Transportation System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99C05-9976-4566-05E0-DC036832D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10</a:t>
            </a:fld>
            <a:endParaRPr lang="en-B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18E4A3-344B-8D09-32E8-EA097595E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4. Robot Design</a:t>
            </a:r>
            <a:endParaRPr lang="en-BD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C66518-1EDE-0319-DEA9-7B3C7FBC79EE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Final design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C19A28D-F469-FA36-1797-FC138AADC958}"/>
              </a:ext>
            </a:extLst>
          </p:cNvPr>
          <p:cNvSpPr/>
          <p:nvPr/>
        </p:nvSpPr>
        <p:spPr>
          <a:xfrm>
            <a:off x="4312181" y="4345889"/>
            <a:ext cx="3160908" cy="897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Esp32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4B6138B-EC6C-79B7-B604-0C036C95705C}"/>
              </a:ext>
            </a:extLst>
          </p:cNvPr>
          <p:cNvSpPr/>
          <p:nvPr/>
        </p:nvSpPr>
        <p:spPr>
          <a:xfrm>
            <a:off x="4156112" y="2803026"/>
            <a:ext cx="3452364" cy="12366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Motor driver</a:t>
            </a:r>
          </a:p>
        </p:txBody>
      </p:sp>
      <p:sp>
        <p:nvSpPr>
          <p:cNvPr id="68" name="Arrow: Up 67">
            <a:extLst>
              <a:ext uri="{FF2B5EF4-FFF2-40B4-BE49-F238E27FC236}">
                <a16:creationId xmlns:a16="http://schemas.microsoft.com/office/drawing/2014/main" id="{FA170C9B-3DDA-6B91-EA60-1EFF523F3807}"/>
              </a:ext>
            </a:extLst>
          </p:cNvPr>
          <p:cNvSpPr/>
          <p:nvPr/>
        </p:nvSpPr>
        <p:spPr>
          <a:xfrm>
            <a:off x="6180766" y="4066207"/>
            <a:ext cx="613550" cy="207496"/>
          </a:xfrm>
          <a:prstGeom prst="upArrow">
            <a:avLst/>
          </a:prstGeom>
          <a:noFill/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1700C61-6623-2E6D-7D33-BCB1C721962E}"/>
              </a:ext>
            </a:extLst>
          </p:cNvPr>
          <p:cNvSpPr txBox="1"/>
          <p:nvPr/>
        </p:nvSpPr>
        <p:spPr>
          <a:xfrm>
            <a:off x="6718228" y="4006690"/>
            <a:ext cx="1230152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signal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5A01A1B-1E6E-AECD-1539-EE717799EC34}"/>
              </a:ext>
            </a:extLst>
          </p:cNvPr>
          <p:cNvSpPr/>
          <p:nvPr/>
        </p:nvSpPr>
        <p:spPr>
          <a:xfrm>
            <a:off x="615152" y="2747089"/>
            <a:ext cx="2366413" cy="66080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Motor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70E8E79-8BCB-D2A9-7876-5DE59D1A2167}"/>
              </a:ext>
            </a:extLst>
          </p:cNvPr>
          <p:cNvSpPr/>
          <p:nvPr/>
        </p:nvSpPr>
        <p:spPr>
          <a:xfrm>
            <a:off x="613250" y="3511176"/>
            <a:ext cx="2366413" cy="73731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Motor</a:t>
            </a:r>
          </a:p>
        </p:txBody>
      </p:sp>
      <p:sp>
        <p:nvSpPr>
          <p:cNvPr id="72" name="Arrow: Left 71">
            <a:extLst>
              <a:ext uri="{FF2B5EF4-FFF2-40B4-BE49-F238E27FC236}">
                <a16:creationId xmlns:a16="http://schemas.microsoft.com/office/drawing/2014/main" id="{BDE46909-E581-ED9C-598F-547A3FA94E02}"/>
              </a:ext>
            </a:extLst>
          </p:cNvPr>
          <p:cNvSpPr/>
          <p:nvPr/>
        </p:nvSpPr>
        <p:spPr>
          <a:xfrm>
            <a:off x="3015468" y="2960658"/>
            <a:ext cx="1108053" cy="255665"/>
          </a:xfrm>
          <a:prstGeom prst="lef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3" name="Arrow: Left 72">
            <a:extLst>
              <a:ext uri="{FF2B5EF4-FFF2-40B4-BE49-F238E27FC236}">
                <a16:creationId xmlns:a16="http://schemas.microsoft.com/office/drawing/2014/main" id="{6B7F3B13-6FCB-B268-F45C-6B8C86EF0C01}"/>
              </a:ext>
            </a:extLst>
          </p:cNvPr>
          <p:cNvSpPr/>
          <p:nvPr/>
        </p:nvSpPr>
        <p:spPr>
          <a:xfrm>
            <a:off x="3015468" y="3681235"/>
            <a:ext cx="1108053" cy="255665"/>
          </a:xfrm>
          <a:prstGeom prst="lef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57885D12-6976-36F7-E5F0-1D1605E22D84}"/>
              </a:ext>
            </a:extLst>
          </p:cNvPr>
          <p:cNvSpPr/>
          <p:nvPr/>
        </p:nvSpPr>
        <p:spPr>
          <a:xfrm>
            <a:off x="7481170" y="4668009"/>
            <a:ext cx="1004270" cy="274192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A5BABCB-B787-B311-7BEB-0F7B969C8807}"/>
              </a:ext>
            </a:extLst>
          </p:cNvPr>
          <p:cNvSpPr txBox="1"/>
          <p:nvPr/>
        </p:nvSpPr>
        <p:spPr>
          <a:xfrm>
            <a:off x="3082029" y="3407890"/>
            <a:ext cx="1230152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signal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1D4435F-21EF-4BDF-24AD-9B8D9836E01E}"/>
              </a:ext>
            </a:extLst>
          </p:cNvPr>
          <p:cNvSpPr txBox="1"/>
          <p:nvPr/>
        </p:nvSpPr>
        <p:spPr>
          <a:xfrm>
            <a:off x="3039038" y="2560548"/>
            <a:ext cx="1230152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signal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19DB44-04CB-27E0-5FEB-194E7FE546E0}"/>
              </a:ext>
            </a:extLst>
          </p:cNvPr>
          <p:cNvSpPr txBox="1"/>
          <p:nvPr/>
        </p:nvSpPr>
        <p:spPr>
          <a:xfrm>
            <a:off x="7491136" y="4392373"/>
            <a:ext cx="1230152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signal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8CD5F24-0CAB-6FBA-EA16-3A1581C979DB}"/>
              </a:ext>
            </a:extLst>
          </p:cNvPr>
          <p:cNvSpPr/>
          <p:nvPr/>
        </p:nvSpPr>
        <p:spPr>
          <a:xfrm>
            <a:off x="8467894" y="4546532"/>
            <a:ext cx="2805453" cy="8225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Servo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D49AE5F-9CA5-54CF-4471-A76CAAB46D07}"/>
              </a:ext>
            </a:extLst>
          </p:cNvPr>
          <p:cNvSpPr/>
          <p:nvPr/>
        </p:nvSpPr>
        <p:spPr>
          <a:xfrm>
            <a:off x="8890236" y="2797222"/>
            <a:ext cx="2884602" cy="7081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Power</a:t>
            </a:r>
          </a:p>
        </p:txBody>
      </p:sp>
      <p:sp>
        <p:nvSpPr>
          <p:cNvPr id="80" name="Arrow: Left 79">
            <a:extLst>
              <a:ext uri="{FF2B5EF4-FFF2-40B4-BE49-F238E27FC236}">
                <a16:creationId xmlns:a16="http://schemas.microsoft.com/office/drawing/2014/main" id="{F0D55545-2571-950E-893F-78401A7FA2FD}"/>
              </a:ext>
            </a:extLst>
          </p:cNvPr>
          <p:cNvSpPr/>
          <p:nvPr/>
        </p:nvSpPr>
        <p:spPr>
          <a:xfrm>
            <a:off x="7641067" y="2902618"/>
            <a:ext cx="1172156" cy="322360"/>
          </a:xfrm>
          <a:prstGeom prst="lef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1" name="Arrow: Bent 80">
            <a:extLst>
              <a:ext uri="{FF2B5EF4-FFF2-40B4-BE49-F238E27FC236}">
                <a16:creationId xmlns:a16="http://schemas.microsoft.com/office/drawing/2014/main" id="{109ACA16-22F3-1198-86DC-F4C68F9D156D}"/>
              </a:ext>
            </a:extLst>
          </p:cNvPr>
          <p:cNvSpPr/>
          <p:nvPr/>
        </p:nvSpPr>
        <p:spPr>
          <a:xfrm rot="5400000">
            <a:off x="7958708" y="3331311"/>
            <a:ext cx="822573" cy="1486943"/>
          </a:xfrm>
          <a:prstGeom prst="bentArrow">
            <a:avLst>
              <a:gd name="adj1" fmla="val 25000"/>
              <a:gd name="adj2" fmla="val 26540"/>
              <a:gd name="adj3" fmla="val 25000"/>
              <a:gd name="adj4" fmla="val 4375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7B0932-C91D-2FDA-5978-2ED7CD6EC27E}"/>
              </a:ext>
            </a:extLst>
          </p:cNvPr>
          <p:cNvSpPr txBox="1"/>
          <p:nvPr/>
        </p:nvSpPr>
        <p:spPr>
          <a:xfrm>
            <a:off x="7778621" y="3814912"/>
            <a:ext cx="2145136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Power</a:t>
            </a:r>
          </a:p>
        </p:txBody>
      </p:sp>
      <p:sp>
        <p:nvSpPr>
          <p:cNvPr id="83" name="Arrow: Down 82">
            <a:extLst>
              <a:ext uri="{FF2B5EF4-FFF2-40B4-BE49-F238E27FC236}">
                <a16:creationId xmlns:a16="http://schemas.microsoft.com/office/drawing/2014/main" id="{49B00354-F9BA-E91D-7397-AB8EF07CFC18}"/>
              </a:ext>
            </a:extLst>
          </p:cNvPr>
          <p:cNvSpPr/>
          <p:nvPr/>
        </p:nvSpPr>
        <p:spPr>
          <a:xfrm>
            <a:off x="4792663" y="4074782"/>
            <a:ext cx="589129" cy="218924"/>
          </a:xfrm>
          <a:prstGeom prst="down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FFC00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BCA006A-D2CC-42DA-9BC0-7424A142569F}"/>
              </a:ext>
            </a:extLst>
          </p:cNvPr>
          <p:cNvSpPr txBox="1"/>
          <p:nvPr/>
        </p:nvSpPr>
        <p:spPr>
          <a:xfrm>
            <a:off x="5260753" y="3977865"/>
            <a:ext cx="1230152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Power</a:t>
            </a:r>
          </a:p>
        </p:txBody>
      </p:sp>
    </p:spTree>
    <p:extLst>
      <p:ext uri="{BB962C8B-B14F-4D97-AF65-F5344CB8AC3E}">
        <p14:creationId xmlns:p14="http://schemas.microsoft.com/office/powerpoint/2010/main" val="2834177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11</a:t>
            </a:fld>
            <a:endParaRPr lang="en-BD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367D2BB-FC45-43CD-B224-845E46502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4. Robot Design</a:t>
            </a:r>
            <a:endParaRPr lang="en-BD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ABE7DFD4-8293-45D1-8F8C-C0D1928454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9FF756E3-3629-4AC5-BDEA-44819BA64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BB94722-360D-4DA0-93E7-48D12392BA11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Final Design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2E9FAD-D840-4447-2DC2-8323447BE3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26" b="34737"/>
          <a:stretch/>
        </p:blipFill>
        <p:spPr>
          <a:xfrm>
            <a:off x="1066800" y="2265445"/>
            <a:ext cx="5143500" cy="30680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15F92C-A794-72C4-EDB3-4CDD21C90E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050" b="18954"/>
          <a:stretch/>
        </p:blipFill>
        <p:spPr>
          <a:xfrm>
            <a:off x="6941155" y="2265445"/>
            <a:ext cx="4184045" cy="306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61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12</a:t>
            </a:fld>
            <a:endParaRPr lang="en-BD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8F085C8-BD3D-5640-EC75-0BCC5129C060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Bill of Materials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7993F-91E6-4AC8-ABBD-F97AB94CB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267" y="1583010"/>
            <a:ext cx="4987465" cy="463802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5B26B727-DCD8-45C3-B21B-917E8B427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4. Robot Design</a:t>
            </a:r>
            <a:endParaRPr lang="en-BD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F9E44429-D855-4FA2-91C7-11562B4A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1196643B-9A53-4A00-A8CA-EFC7BF7A2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257466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13</a:t>
            </a:fld>
            <a:endParaRPr lang="en-BD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367D2BB-FC45-43CD-B224-845E46502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5. Workspace Setup</a:t>
            </a:r>
            <a:endParaRPr lang="en-BD" dirty="0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F9889100-F8D8-4D2C-A3F3-3359C415A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6B05ACA-E449-45EB-B797-C5FF7E7D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8943B-B14C-43B0-A12E-4FC84EDEE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533" y="1438275"/>
            <a:ext cx="7594934" cy="398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338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993C-F3A9-F48B-939F-F3017CD34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C3E13-D9BF-C6D4-27E9-07F78CC16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14</a:t>
            </a:fld>
            <a:endParaRPr lang="en-BD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18BB561-3BEB-4734-F4BF-58DC41EB5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5. Workspace Setup</a:t>
            </a:r>
            <a:endParaRPr lang="en-BD" dirty="0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4C4DD33-6682-2009-6A66-A2F0F2B30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5468D4B5-E722-C74B-CAC2-E8B9C9FD8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  <p:pic>
        <p:nvPicPr>
          <p:cNvPr id="1028" name="Picture 4" descr="Python】Marker creation and detection with ArUco of OpenCV.">
            <a:extLst>
              <a:ext uri="{FF2B5EF4-FFF2-40B4-BE49-F238E27FC236}">
                <a16:creationId xmlns:a16="http://schemas.microsoft.com/office/drawing/2014/main" id="{EC9DDABF-0B8B-1EDA-4930-E73BD384E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781" y="1401097"/>
            <a:ext cx="6256438" cy="4441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62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F02C-1EFF-7D4C-B45F-42F0E37B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Implementation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15</a:t>
            </a:fld>
            <a:endParaRPr lang="en-B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C75763F-EAD1-40E8-9298-73828A376CA3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Localization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CB0ED3-B58D-4E71-A1D5-C245B31DD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901" y="1805571"/>
            <a:ext cx="8360198" cy="4230654"/>
          </a:xfrm>
          <a:prstGeom prst="rect">
            <a:avLst/>
          </a:prstGeom>
        </p:spPr>
      </p:pic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31B195E3-B839-4A79-A6DD-21CD327D60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1B7CF350-74D5-40F4-BDF0-355F71C82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358462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16</a:t>
            </a:fld>
            <a:endParaRPr lang="en-B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C75763F-EAD1-40E8-9298-73828A376CA3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Mapping</a:t>
            </a:r>
          </a:p>
        </p:txBody>
      </p:sp>
      <p:pic>
        <p:nvPicPr>
          <p:cNvPr id="13" name="Picture 1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BA28C21-F877-4BB6-AD71-8031EB526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960302"/>
            <a:ext cx="6153151" cy="3731655"/>
          </a:xfrm>
          <a:prstGeom prst="rect">
            <a:avLst/>
          </a:prstGeom>
        </p:spPr>
      </p:pic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18C13EBE-2537-4600-8081-BF4B5CD59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615" y="1938179"/>
            <a:ext cx="3550585" cy="372078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E1AA5EFA-AFB9-4D73-BE94-E61A0E352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6. Implementation</a:t>
            </a:r>
            <a:endParaRPr lang="en-BD" dirty="0"/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6C823B18-4C92-407F-BA45-E6AB18B558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70D2ED6A-FEB1-4FD5-87F7-AEAF0F810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4129548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17</a:t>
            </a:fld>
            <a:endParaRPr lang="en-B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C75763F-EAD1-40E8-9298-73828A376CA3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Movement Towards Objects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02AE66-64C8-480C-8DCA-80A310921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75" y="1786522"/>
            <a:ext cx="8000849" cy="440613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015B01E6-5C89-4918-82E5-56D0D34AA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6. Implementation</a:t>
            </a:r>
            <a:endParaRPr lang="en-BD" dirty="0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87D14850-D978-4ADB-9054-0D5DBAB794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30326DB6-CF9D-4F29-887C-ADFE973B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693675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18</a:t>
            </a:fld>
            <a:endParaRPr lang="en-B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C75763F-EAD1-40E8-9298-73828A376CA3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Controller Logic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212E5ED-D738-463D-A706-E211A1144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73319"/>
            <a:ext cx="11090031" cy="4541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left_delay</a:t>
            </a:r>
            <a:r>
              <a:rPr lang="en-US" dirty="0">
                <a:latin typeface="Consolas" panose="020B0609020204030204" pitchFamily="49" charset="0"/>
              </a:rPr>
              <a:t> = max(10, min(30, int(</a:t>
            </a:r>
            <a:r>
              <a:rPr lang="en-US" b="1" dirty="0">
                <a:latin typeface="Consolas" panose="020B0609020204030204" pitchFamily="49" charset="0"/>
              </a:rPr>
              <a:t>difference</a:t>
            </a:r>
            <a:r>
              <a:rPr lang="en-US" dirty="0">
                <a:latin typeface="Consolas" panose="020B0609020204030204" pitchFamily="49" charset="0"/>
              </a:rPr>
              <a:t> * 0.5)))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right_delay</a:t>
            </a:r>
            <a:r>
              <a:rPr lang="en-US" dirty="0">
                <a:latin typeface="Consolas" panose="020B0609020204030204" pitchFamily="49" charset="0"/>
              </a:rPr>
              <a:t> = max(10, min(30, int(</a:t>
            </a:r>
            <a:r>
              <a:rPr lang="en-US" b="1" dirty="0">
                <a:latin typeface="Consolas" panose="020B0609020204030204" pitchFamily="49" charset="0"/>
              </a:rPr>
              <a:t>difference</a:t>
            </a:r>
            <a:r>
              <a:rPr lang="en-US" dirty="0">
                <a:latin typeface="Consolas" panose="020B0609020204030204" pitchFamily="49" charset="0"/>
              </a:rPr>
              <a:t> * 0.5)))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forward_delay</a:t>
            </a:r>
            <a:r>
              <a:rPr lang="en-US" dirty="0">
                <a:latin typeface="Consolas" panose="020B0609020204030204" pitchFamily="49" charset="0"/>
              </a:rPr>
              <a:t> = max(30, min(100, int(</a:t>
            </a:r>
            <a:r>
              <a:rPr lang="en-US" b="1" dirty="0" err="1">
                <a:latin typeface="Consolas" panose="020B0609020204030204" pitchFamily="49" charset="0"/>
              </a:rPr>
              <a:t>distance_c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* 0.05)))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backward_delay</a:t>
            </a:r>
            <a:r>
              <a:rPr lang="en-US" dirty="0">
                <a:latin typeface="Consolas" panose="020B0609020204030204" pitchFamily="49" charset="0"/>
              </a:rPr>
              <a:t> = max(30, min(100, int(</a:t>
            </a:r>
            <a:r>
              <a:rPr lang="en-US" b="1" dirty="0" err="1">
                <a:latin typeface="Consolas" panose="020B0609020204030204" pitchFamily="49" charset="0"/>
              </a:rPr>
              <a:t>distance_c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* 0.05)))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0B241D4-8F1B-4585-AAE0-343CAEFD5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6. Implementation</a:t>
            </a:r>
            <a:endParaRPr lang="en-BD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376F8A6D-D49A-4D52-9F4C-3B3811A046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F94863C2-05D9-462D-9D03-B8CF2CDD4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777648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19</a:t>
            </a:fld>
            <a:endParaRPr lang="en-B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C75763F-EAD1-40E8-9298-73828A376CA3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Pick Logic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212E5ED-D738-463D-A706-E211A1144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05571"/>
            <a:ext cx="11090031" cy="45415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// Create a list of target markers except 4 corners, robot and drop off zones and already visited markers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FOR an id in target markers: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// Run the </a:t>
            </a:r>
            <a:r>
              <a:rPr lang="en-US" dirty="0" err="1">
                <a:latin typeface="Consolas" panose="020B0609020204030204" pitchFamily="49" charset="0"/>
              </a:rPr>
              <a:t>Aruco</a:t>
            </a:r>
            <a:r>
              <a:rPr lang="en-US" dirty="0">
                <a:latin typeface="Consolas" panose="020B0609020204030204" pitchFamily="49" charset="0"/>
              </a:rPr>
              <a:t> follower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IF distance (Robot to target marker) &lt; Tolerance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CLOSE the gripper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IF marker id is even: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move to id 2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ELSE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move to id 3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// Delete the marker from target markers and move it to already 	   visited markers 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E0E79A1-9AF6-4B2A-9C74-6D07910FB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6. Implementation</a:t>
            </a:r>
            <a:endParaRPr lang="en-BD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BA9D0D10-0791-46A7-8BF6-6D0E189D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EDB1375E-A364-4254-AA31-8E6A0F476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259965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20</a:t>
            </a:fld>
            <a:endParaRPr lang="en-B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C75763F-EAD1-40E8-9298-73828A376CA3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Drop Logic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212E5ED-D738-463D-A706-E211A1144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05571"/>
            <a:ext cx="11090031" cy="4541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IF Marker is close to drop off zone: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OPEN gripper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MOVE backwards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// Goes to the next iteration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366C99E-9C15-4CE4-9207-AB6573208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6. Implementation</a:t>
            </a:r>
            <a:endParaRPr lang="en-BD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148E54F-E6A3-415B-8B38-524946F4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A35293CE-FD16-453F-BAFE-9C454D02B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4044949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21</a:t>
            </a:fld>
            <a:endParaRPr lang="en-B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C75763F-EAD1-40E8-9298-73828A376CA3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Demonstration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C1759BB-A454-4856-AB80-A13FA275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6. Implementation</a:t>
            </a:r>
            <a:endParaRPr lang="en-BD" dirty="0"/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369B642F-6C01-4186-AE7D-169A2B95D6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9B3BD9C6-1273-4B6A-96AA-87E70CE0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995021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50AC-A28B-BFBC-FBA4-9DE600AE3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1125200" cy="729006"/>
          </a:xfrm>
        </p:spPr>
        <p:txBody>
          <a:bodyPr>
            <a:noAutofit/>
          </a:bodyPr>
          <a:lstStyle/>
          <a:p>
            <a:r>
              <a:rPr lang="en-GB" dirty="0"/>
              <a:t>7. Reflection on Individual and Team work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22</a:t>
            </a:fld>
            <a:endParaRPr lang="en-B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E6F9347-0B8A-4B7F-B67E-E92AB00F3E8A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Task Management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52791D-2C7D-4BAD-BEA9-A08542144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72" y="1925627"/>
            <a:ext cx="9535856" cy="3801005"/>
          </a:xfrm>
          <a:prstGeom prst="rect">
            <a:avLst/>
          </a:prstGeom>
        </p:spPr>
      </p:pic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08DC461D-2F45-47EE-AC5A-EE6B2B1419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B4882A55-BE47-4ED9-89AC-A9A96D61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365090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50AC-A28B-BFBC-FBA4-9DE600AE3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1125200" cy="729006"/>
          </a:xfrm>
        </p:spPr>
        <p:txBody>
          <a:bodyPr>
            <a:noAutofit/>
          </a:bodyPr>
          <a:lstStyle/>
          <a:p>
            <a:r>
              <a:rPr lang="en-GB" dirty="0"/>
              <a:t>7. Reflection on Individual and Team work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23</a:t>
            </a:fld>
            <a:endParaRPr lang="en-B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E6F9347-0B8A-4B7F-B67E-E92AB00F3E8A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Workflow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92705E0-5644-4E56-B898-9F34FE600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99224"/>
              </p:ext>
            </p:extLst>
          </p:nvPr>
        </p:nvGraphicFramePr>
        <p:xfrm>
          <a:off x="1066800" y="1868708"/>
          <a:ext cx="10700626" cy="4012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8571">
                  <a:extLst>
                    <a:ext uri="{9D8B030D-6E8A-4147-A177-3AD203B41FA5}">
                      <a16:colId xmlns:a16="http://schemas.microsoft.com/office/drawing/2014/main" val="1317294243"/>
                    </a:ext>
                  </a:extLst>
                </a:gridCol>
                <a:gridCol w="7512055">
                  <a:extLst>
                    <a:ext uri="{9D8B030D-6E8A-4147-A177-3AD203B41FA5}">
                      <a16:colId xmlns:a16="http://schemas.microsoft.com/office/drawing/2014/main" val="282707102"/>
                    </a:ext>
                  </a:extLst>
                </a:gridCol>
              </a:tblGrid>
              <a:tr h="392926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b="1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Hardware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b="1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953067"/>
                  </a:ext>
                </a:extLst>
              </a:tr>
              <a:tr h="3611390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Primary Design</a:t>
                      </a: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Materials Purchase</a:t>
                      </a: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Primary Assembly</a:t>
                      </a: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Chassis Design</a:t>
                      </a: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Gripper Design</a:t>
                      </a: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3D Printing</a:t>
                      </a: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Assembly</a:t>
                      </a: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 err="1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Aruco</a:t>
                      </a: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Marker Detection</a:t>
                      </a: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 err="1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Homography</a:t>
                      </a: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(Mapping pixel coordinates to real life distances)</a:t>
                      </a: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 err="1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Aruco</a:t>
                      </a: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Tracker and Follower</a:t>
                      </a: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 Time Obstacle Detection</a:t>
                      </a: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 Time Path Planning</a:t>
                      </a: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Controller Design</a:t>
                      </a: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 Picking</a:t>
                      </a: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strike="sngStrike" dirty="0">
                          <a:solidFill>
                            <a:srgbClr val="2B2C3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 Placing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Implementation of Path Planning and Obstacle Avoidance</a:t>
                      </a:r>
                      <a:endParaRPr lang="en-US" sz="1800" strike="noStrike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 and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658520"/>
                  </a:ext>
                </a:extLst>
              </a:tr>
            </a:tbl>
          </a:graphicData>
        </a:graphic>
      </p:graphicFrame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4B767054-DEDA-4944-B865-CAA8DF4E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6CCD203-BB5C-4C91-AE15-026E7E84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907269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24</a:t>
            </a:fld>
            <a:endParaRPr lang="en-BD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C26D87C-0CDF-454A-9553-C737E76A0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8. Mishaps</a:t>
            </a:r>
            <a:endParaRPr lang="en-BD" dirty="0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C48D7983-F651-4D24-818A-B9072A3F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9F214702-ADAB-4B72-8720-A4D51CB8C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0CC1D8DB-D021-4715-91E8-6771EDC1C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93520"/>
            <a:ext cx="10058400" cy="4541520"/>
          </a:xfrm>
        </p:spPr>
        <p:txBody>
          <a:bodyPr/>
          <a:lstStyle/>
          <a:p>
            <a:r>
              <a:rPr lang="en-US" dirty="0"/>
              <a:t>3D printing Failure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2B5FBA-048A-4255-AED7-C6733B288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82856" y="1200086"/>
            <a:ext cx="3626287" cy="529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97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25</a:t>
            </a:fld>
            <a:endParaRPr lang="en-BD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C26D87C-0CDF-454A-9553-C737E76A0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8. Mishaps</a:t>
            </a:r>
            <a:endParaRPr lang="en-BD" dirty="0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C48D7983-F651-4D24-818A-B9072A3F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9F214702-ADAB-4B72-8720-A4D51CB8C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0CC1D8DB-D021-4715-91E8-6771EDC1C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93520"/>
            <a:ext cx="10058400" cy="4541520"/>
          </a:xfrm>
        </p:spPr>
        <p:txBody>
          <a:bodyPr/>
          <a:lstStyle/>
          <a:p>
            <a:r>
              <a:rPr lang="en-US" dirty="0"/>
              <a:t>Issues with Servo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2ECD4B-2A35-4CA7-A1B6-0400C5C78E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37" t="15673" r="26800" b="14914"/>
          <a:stretch/>
        </p:blipFill>
        <p:spPr>
          <a:xfrm rot="5400000">
            <a:off x="4401671" y="1094605"/>
            <a:ext cx="3388657" cy="550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47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DCE18-033B-952A-EE1D-92A72ED20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BA195-AD26-4E76-4EAD-85B6B22AD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26</a:t>
            </a:fld>
            <a:endParaRPr lang="en-BD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39F3525-E1CA-A326-0FA3-553BE8515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8. Mishaps</a:t>
            </a:r>
            <a:endParaRPr lang="en-BD" dirty="0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66CB15C8-3EFD-E92D-64B2-A301D4C6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119C37D8-8CD4-73FC-564C-91F29235E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D807A84A-0A34-2222-1566-7B0DE9B9F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86522"/>
            <a:ext cx="10058400" cy="597802"/>
          </a:xfrm>
        </p:spPr>
        <p:txBody>
          <a:bodyPr/>
          <a:lstStyle/>
          <a:p>
            <a:r>
              <a:rPr lang="en-US" dirty="0"/>
              <a:t>Stopping the servo after the claw opens or closes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DF9E58B-03F2-CCAE-D946-0F55678941C8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Fixing the issues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7F43AE-A09C-36B0-80F9-388157E4F771}"/>
              </a:ext>
            </a:extLst>
          </p:cNvPr>
          <p:cNvSpPr txBox="1"/>
          <p:nvPr/>
        </p:nvSpPr>
        <p:spPr>
          <a:xfrm>
            <a:off x="2845143" y="2403373"/>
            <a:ext cx="689030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IF command is "open" THEN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Attach servo to SERVO_PIN (enable power)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Move servo to the open position (120 degrees)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Wait for 500 milliseconds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Detach servo (disable power)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ELSE IF command is "close" THEN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Attach servo to SERVO_PIN (enable power)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Move servo to the closed position (180 degrees)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Wait for 500 milliseconds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Detach servo (disable power)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END IF</a:t>
            </a:r>
          </a:p>
        </p:txBody>
      </p:sp>
    </p:spTree>
    <p:extLst>
      <p:ext uri="{BB962C8B-B14F-4D97-AF65-F5344CB8AC3E}">
        <p14:creationId xmlns:p14="http://schemas.microsoft.com/office/powerpoint/2010/main" val="2367369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27</a:t>
            </a:fld>
            <a:endParaRPr lang="en-BD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C26D87C-0CDF-454A-9553-C737E76A0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8. Future Works</a:t>
            </a:r>
            <a:endParaRPr lang="en-BD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4606076-69E2-41AC-B507-55D3B1B2035B}"/>
              </a:ext>
            </a:extLst>
          </p:cNvPr>
          <p:cNvSpPr txBox="1">
            <a:spLocks/>
          </p:cNvSpPr>
          <p:nvPr/>
        </p:nvSpPr>
        <p:spPr>
          <a:xfrm>
            <a:off x="1066799" y="1057516"/>
            <a:ext cx="11022419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Implementation of Obstacle Detection</a:t>
            </a:r>
          </a:p>
        </p:txBody>
      </p:sp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F9E8552F-0600-4F00-AB21-31FE76128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256" y="1805571"/>
            <a:ext cx="6591487" cy="4098264"/>
          </a:xfrm>
          <a:prstGeom prst="rect">
            <a:avLst/>
          </a:prstGeom>
        </p:spPr>
      </p:pic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C48D7983-F651-4D24-818A-B9072A3F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9F214702-ADAB-4B72-8720-A4D51CB8C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6806520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0AE4B-3C09-3B37-78B5-441598A82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98CF3-27F3-8A7A-6DFF-817D966E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28</a:t>
            </a:fld>
            <a:endParaRPr lang="en-BD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1366BAE-1FBE-5544-5482-3B0821F0C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8. Future Works</a:t>
            </a:r>
            <a:endParaRPr lang="en-BD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F9B8C3E-CD8C-0F49-2A51-FD2FC299E56F}"/>
              </a:ext>
            </a:extLst>
          </p:cNvPr>
          <p:cNvSpPr txBox="1">
            <a:spLocks/>
          </p:cNvSpPr>
          <p:nvPr/>
        </p:nvSpPr>
        <p:spPr>
          <a:xfrm>
            <a:off x="1066799" y="1057516"/>
            <a:ext cx="11022419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Implementation of Obstacle Detection Using image classification </a:t>
            </a:r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36702E29-9FEE-EE23-9B2A-77D9E40B73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E5216816-C6AA-F62D-71CB-A4169869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  <p:pic>
        <p:nvPicPr>
          <p:cNvPr id="2050" name="Picture 2" descr="Typical results of object detection and localization. From left to... |  Download Scientific Diagram">
            <a:extLst>
              <a:ext uri="{FF2B5EF4-FFF2-40B4-BE49-F238E27FC236}">
                <a16:creationId xmlns:a16="http://schemas.microsoft.com/office/drawing/2014/main" id="{E3799BE5-F777-218D-EBF5-A795F4595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808" y="2142884"/>
            <a:ext cx="42037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bstacle detection and warning system for visually impaired people based on  electrode matrix and mobile Kinect | Vietnam Journal of Computer Science">
            <a:extLst>
              <a:ext uri="{FF2B5EF4-FFF2-40B4-BE49-F238E27FC236}">
                <a16:creationId xmlns:a16="http://schemas.microsoft.com/office/drawing/2014/main" id="{7287F2C3-F639-0AA5-4514-9044F2620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548" y="2117484"/>
            <a:ext cx="4889500" cy="368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779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29</a:t>
            </a:fld>
            <a:endParaRPr lang="en-BD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C26D87C-0CDF-454A-9553-C737E76A0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8. Future Works</a:t>
            </a:r>
            <a:endParaRPr lang="en-BD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4606076-69E2-41AC-B507-55D3B1B2035B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Implementation of Optimized Path Planning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6CFF1F54-8D84-4013-B0FD-D3A5588A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597C6A28-041A-4AE1-89A2-81F2EE41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F772CA-3B33-76BD-6260-CC93178AF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726497"/>
            <a:ext cx="3810000" cy="381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2C1E05-AB70-B4C5-7491-6ECC881DE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2" y="1896937"/>
            <a:ext cx="4097731" cy="363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AD5BB-F0B8-B1BA-D640-BAB27DA8C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354D5-0F7E-AEA6-604F-BCB5D352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30</a:t>
            </a:fld>
            <a:endParaRPr lang="en-BD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8000CA5-0ED9-F7EC-E3A5-011CEABFD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/>
              <a:t>8. Future Works</a:t>
            </a:r>
            <a:endParaRPr lang="en-BD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7892A37-4585-D83C-B653-FC38F2DCDE7F}"/>
              </a:ext>
            </a:extLst>
          </p:cNvPr>
          <p:cNvSpPr txBox="1">
            <a:spLocks/>
          </p:cNvSpPr>
          <p:nvPr/>
        </p:nvSpPr>
        <p:spPr>
          <a:xfrm>
            <a:off x="1066800" y="1057516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sz="3600" b="1" dirty="0"/>
              <a:t>Dynamic Window method for path planning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2E9AF7A0-01C0-0003-BE7B-AD89A4DAEF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A1089AEE-B9EA-ED8F-0F75-066288C50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DA083-D3B0-B95B-E6ED-94F297673D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84" b="6561"/>
          <a:stretch/>
        </p:blipFill>
        <p:spPr>
          <a:xfrm>
            <a:off x="2810029" y="2503696"/>
            <a:ext cx="6571941" cy="33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1036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31</a:t>
            </a:fld>
            <a:endParaRPr lang="en-BD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30BA4EE-7302-4C6A-B5CA-60011370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99994"/>
            <a:ext cx="10058400" cy="729006"/>
          </a:xfrm>
        </p:spPr>
        <p:txBody>
          <a:bodyPr>
            <a:noAutofit/>
          </a:bodyPr>
          <a:lstStyle/>
          <a:p>
            <a:pPr algn="ctr"/>
            <a:r>
              <a:rPr lang="en-US" sz="6000" dirty="0"/>
              <a:t>Thank You!</a:t>
            </a:r>
            <a:endParaRPr lang="en-BD" sz="600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C36E059A-8D43-4F6E-88F9-0F6D55AC02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(2024) – Final Project Group B2.02</a:t>
            </a:r>
            <a:endParaRPr lang="en-BD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0FBBC2FF-71F2-4FFD-A32D-DC15008FB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US" dirty="0"/>
              <a:t>Automated Object Transportation System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9338842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{05D23346-88B9-1E48-85E6-2D29E7791F05}tf10001067</Template>
  <TotalTime>634</TotalTime>
  <Words>1219</Words>
  <Application>Microsoft Macintosh PowerPoint</Application>
  <PresentationFormat>Widescreen</PresentationFormat>
  <Paragraphs>243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Arial Black</vt:lpstr>
      <vt:lpstr>Arial Narrow</vt:lpstr>
      <vt:lpstr>Calibri</vt:lpstr>
      <vt:lpstr>Century Gothic</vt:lpstr>
      <vt:lpstr>Consolas</vt:lpstr>
      <vt:lpstr>Garamond</vt:lpstr>
      <vt:lpstr>Helvetica</vt:lpstr>
      <vt:lpstr>Wingdings</vt:lpstr>
      <vt:lpstr>Savon</vt:lpstr>
      <vt:lpstr>Automated Object Transportation System</vt:lpstr>
      <vt:lpstr>Outline</vt:lpstr>
      <vt:lpstr>1. Objective</vt:lpstr>
      <vt:lpstr>2. Steps</vt:lpstr>
      <vt:lpstr>3. Literature Review</vt:lpstr>
      <vt:lpstr>3. Literature Review</vt:lpstr>
      <vt:lpstr>4. Robot Design</vt:lpstr>
      <vt:lpstr>4. Robot Design</vt:lpstr>
      <vt:lpstr>4. Robot Design</vt:lpstr>
      <vt:lpstr>4. Robot Design</vt:lpstr>
      <vt:lpstr>4. Robot Design</vt:lpstr>
      <vt:lpstr>4. Robot Design</vt:lpstr>
      <vt:lpstr>5. Workspace Setup</vt:lpstr>
      <vt:lpstr>5. Workspace Setup</vt:lpstr>
      <vt:lpstr>6. Implementation</vt:lpstr>
      <vt:lpstr>6. Implementation</vt:lpstr>
      <vt:lpstr>6. Implementation</vt:lpstr>
      <vt:lpstr>6. Implementation</vt:lpstr>
      <vt:lpstr>6. Implementation</vt:lpstr>
      <vt:lpstr>6. Implementation</vt:lpstr>
      <vt:lpstr>6. Implementation</vt:lpstr>
      <vt:lpstr>7. Reflection on Individual and Team work </vt:lpstr>
      <vt:lpstr>7. Reflection on Individual and Team work </vt:lpstr>
      <vt:lpstr>8. Mishaps</vt:lpstr>
      <vt:lpstr>8. Mishaps</vt:lpstr>
      <vt:lpstr>8. Mishaps</vt:lpstr>
      <vt:lpstr>8. Future Works</vt:lpstr>
      <vt:lpstr>8. Future Works</vt:lpstr>
      <vt:lpstr>8. Future Works</vt:lpstr>
      <vt:lpstr>8. Future Works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Sajid Muhaimin Choudhury</dc:creator>
  <cp:lastModifiedBy>Mahmud Akon</cp:lastModifiedBy>
  <cp:revision>73</cp:revision>
  <cp:lastPrinted>2023-06-08T10:53:35Z</cp:lastPrinted>
  <dcterms:created xsi:type="dcterms:W3CDTF">2021-07-11T09:27:00Z</dcterms:created>
  <dcterms:modified xsi:type="dcterms:W3CDTF">2024-12-19T05:39:54Z</dcterms:modified>
</cp:coreProperties>
</file>